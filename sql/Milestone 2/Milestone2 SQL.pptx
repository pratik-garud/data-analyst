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66" r:id="rId5"/>
    <p:sldId id="267" r:id="rId6"/>
    <p:sldId id="268" r:id="rId7"/>
    <p:sldId id="269" r:id="rId8"/>
    <p:sldId id="270" r:id="rId9"/>
    <p:sldId id="272" r:id="rId10"/>
    <p:sldId id="271" r:id="rId11"/>
    <p:sldId id="273" r:id="rId12"/>
    <p:sldId id="274" r:id="rId13"/>
    <p:sldId id="275" r:id="rId14"/>
    <p:sldId id="281" r:id="rId15"/>
    <p:sldId id="282" r:id="rId16"/>
    <p:sldId id="283" r:id="rId17"/>
    <p:sldId id="276" r:id="rId18"/>
    <p:sldId id="277" r:id="rId19"/>
    <p:sldId id="278" r:id="rId20"/>
    <p:sldId id="279" r:id="rId21"/>
    <p:sldId id="2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F234B4-3684-4471-8083-37D6DAEB743C}" v="53" dt="2025-10-02T18:00:34.6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15" y="60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ik Garud" userId="7c33e62582ca2e36" providerId="LiveId" clId="{E8FC5618-F3BC-46C4-A216-714BB9D1CA6E}"/>
    <pc:docChg chg="undo redo custSel addSld delSld modSld sldOrd">
      <pc:chgData name="Pratik Garud" userId="7c33e62582ca2e36" providerId="LiveId" clId="{E8FC5618-F3BC-46C4-A216-714BB9D1CA6E}" dt="2025-10-02T18:00:34.622" v="1258"/>
      <pc:docMkLst>
        <pc:docMk/>
      </pc:docMkLst>
      <pc:sldChg chg="addSp delSp modSp new mod ord setBg">
        <pc:chgData name="Pratik Garud" userId="7c33e62582ca2e36" providerId="LiveId" clId="{E8FC5618-F3BC-46C4-A216-714BB9D1CA6E}" dt="2025-10-02T11:20:20.851" v="1256" actId="1076"/>
        <pc:sldMkLst>
          <pc:docMk/>
          <pc:sldMk cId="764375287" sldId="256"/>
        </pc:sldMkLst>
        <pc:spChg chg="add del">
          <ac:chgData name="Pratik Garud" userId="7c33e62582ca2e36" providerId="LiveId" clId="{E8FC5618-F3BC-46C4-A216-714BB9D1CA6E}" dt="2025-10-02T11:19:53.798" v="1250" actId="11529"/>
          <ac:spMkLst>
            <pc:docMk/>
            <pc:sldMk cId="764375287" sldId="256"/>
            <ac:spMk id="2" creationId="{0BBD8E41-F637-7DB9-C326-DA81084E4B52}"/>
          </ac:spMkLst>
        </pc:spChg>
        <pc:spChg chg="add mod">
          <ac:chgData name="Pratik Garud" userId="7c33e62582ca2e36" providerId="LiveId" clId="{E8FC5618-F3BC-46C4-A216-714BB9D1CA6E}" dt="2025-10-02T11:19:46.015" v="1248" actId="1076"/>
          <ac:spMkLst>
            <pc:docMk/>
            <pc:sldMk cId="764375287" sldId="256"/>
            <ac:spMk id="4" creationId="{B362A7E1-1D62-5BA3-8A9C-6F7151D899B5}"/>
          </ac:spMkLst>
        </pc:spChg>
        <pc:spChg chg="add mod">
          <ac:chgData name="Pratik Garud" userId="7c33e62582ca2e36" providerId="LiveId" clId="{E8FC5618-F3BC-46C4-A216-714BB9D1CA6E}" dt="2025-10-02T11:20:13.876" v="1254" actId="13822"/>
          <ac:spMkLst>
            <pc:docMk/>
            <pc:sldMk cId="764375287" sldId="256"/>
            <ac:spMk id="5" creationId="{6A19A9D0-9984-F9B5-2664-A17B9B925960}"/>
          </ac:spMkLst>
        </pc:spChg>
        <pc:spChg chg="add del">
          <ac:chgData name="Pratik Garud" userId="7c33e62582ca2e36" providerId="LiveId" clId="{E8FC5618-F3BC-46C4-A216-714BB9D1CA6E}" dt="2025-10-02T09:48:28.757" v="9" actId="26606"/>
          <ac:spMkLst>
            <pc:docMk/>
            <pc:sldMk cId="764375287" sldId="256"/>
            <ac:spMk id="8" creationId="{42A4FC2C-047E-45A5-965D-8E1E3BF09BC6}"/>
          </ac:spMkLst>
        </pc:spChg>
        <pc:spChg chg="add del">
          <ac:chgData name="Pratik Garud" userId="7c33e62582ca2e36" providerId="LiveId" clId="{E8FC5618-F3BC-46C4-A216-714BB9D1CA6E}" dt="2025-10-02T09:48:31.561" v="11" actId="26606"/>
          <ac:spMkLst>
            <pc:docMk/>
            <pc:sldMk cId="764375287" sldId="256"/>
            <ac:spMk id="10" creationId="{E2384209-CB15-4CDF-9D31-C44FD9A3F20D}"/>
          </ac:spMkLst>
        </pc:spChg>
        <pc:spChg chg="add del">
          <ac:chgData name="Pratik Garud" userId="7c33e62582ca2e36" providerId="LiveId" clId="{E8FC5618-F3BC-46C4-A216-714BB9D1CA6E}" dt="2025-10-02T09:48:31.561" v="11" actId="26606"/>
          <ac:spMkLst>
            <pc:docMk/>
            <pc:sldMk cId="764375287" sldId="256"/>
            <ac:spMk id="11" creationId="{AB8C311F-7253-4AED-9701-7FC0708C41C7}"/>
          </ac:spMkLst>
        </pc:spChg>
        <pc:spChg chg="add del">
          <ac:chgData name="Pratik Garud" userId="7c33e62582ca2e36" providerId="LiveId" clId="{E8FC5618-F3BC-46C4-A216-714BB9D1CA6E}" dt="2025-10-02T09:48:31.561" v="11" actId="26606"/>
          <ac:spMkLst>
            <pc:docMk/>
            <pc:sldMk cId="764375287" sldId="256"/>
            <ac:spMk id="12" creationId="{2633B3B5-CC90-43F0-8714-D31D1F3F0209}"/>
          </ac:spMkLst>
        </pc:spChg>
        <pc:spChg chg="add del">
          <ac:chgData name="Pratik Garud" userId="7c33e62582ca2e36" providerId="LiveId" clId="{E8FC5618-F3BC-46C4-A216-714BB9D1CA6E}" dt="2025-10-02T09:48:31.561" v="11" actId="26606"/>
          <ac:spMkLst>
            <pc:docMk/>
            <pc:sldMk cId="764375287" sldId="256"/>
            <ac:spMk id="14" creationId="{A8D57A06-A426-446D-B02C-A2DC6B62E45E}"/>
          </ac:spMkLst>
        </pc:spChg>
        <pc:spChg chg="add del">
          <ac:chgData name="Pratik Garud" userId="7c33e62582ca2e36" providerId="LiveId" clId="{E8FC5618-F3BC-46C4-A216-714BB9D1CA6E}" dt="2025-10-02T09:48:39.899" v="13" actId="26606"/>
          <ac:spMkLst>
            <pc:docMk/>
            <pc:sldMk cId="764375287" sldId="256"/>
            <ac:spMk id="16" creationId="{2215C6C6-E45C-4179-9FC1-E8A4C1D47430}"/>
          </ac:spMkLst>
        </pc:spChg>
        <pc:spChg chg="add del">
          <ac:chgData name="Pratik Garud" userId="7c33e62582ca2e36" providerId="LiveId" clId="{E8FC5618-F3BC-46C4-A216-714BB9D1CA6E}" dt="2025-10-02T09:48:39.899" v="13" actId="26606"/>
          <ac:spMkLst>
            <pc:docMk/>
            <pc:sldMk cId="764375287" sldId="256"/>
            <ac:spMk id="20" creationId="{3776B14B-F2F4-4825-8DA8-8C7A0F2B3960}"/>
          </ac:spMkLst>
        </pc:spChg>
        <pc:spChg chg="add del">
          <ac:chgData name="Pratik Garud" userId="7c33e62582ca2e36" providerId="LiveId" clId="{E8FC5618-F3BC-46C4-A216-714BB9D1CA6E}" dt="2025-10-02T09:48:45.532" v="15" actId="26606"/>
          <ac:spMkLst>
            <pc:docMk/>
            <pc:sldMk cId="764375287" sldId="256"/>
            <ac:spMk id="22" creationId="{6EE0B6E2-7CE8-4D86-87FC-4B58A7D8E759}"/>
          </ac:spMkLst>
        </pc:spChg>
        <pc:spChg chg="add del">
          <ac:chgData name="Pratik Garud" userId="7c33e62582ca2e36" providerId="LiveId" clId="{E8FC5618-F3BC-46C4-A216-714BB9D1CA6E}" dt="2025-10-02T11:19:03.178" v="1239" actId="26606"/>
          <ac:spMkLst>
            <pc:docMk/>
            <pc:sldMk cId="764375287" sldId="256"/>
            <ac:spMk id="24" creationId="{2215C6C6-E45C-4179-9FC1-E8A4C1D47430}"/>
          </ac:spMkLst>
        </pc:spChg>
        <pc:spChg chg="add del">
          <ac:chgData name="Pratik Garud" userId="7c33e62582ca2e36" providerId="LiveId" clId="{E8FC5618-F3BC-46C4-A216-714BB9D1CA6E}" dt="2025-10-02T11:19:03.178" v="1239" actId="26606"/>
          <ac:spMkLst>
            <pc:docMk/>
            <pc:sldMk cId="764375287" sldId="256"/>
            <ac:spMk id="28" creationId="{3776B14B-F2F4-4825-8DA8-8C7A0F2B3960}"/>
          </ac:spMkLst>
        </pc:spChg>
        <pc:spChg chg="add del">
          <ac:chgData name="Pratik Garud" userId="7c33e62582ca2e36" providerId="LiveId" clId="{E8FC5618-F3BC-46C4-A216-714BB9D1CA6E}" dt="2025-10-02T11:19:32.740" v="1244" actId="26606"/>
          <ac:spMkLst>
            <pc:docMk/>
            <pc:sldMk cId="764375287" sldId="256"/>
            <ac:spMk id="33" creationId="{2B97F24A-32CE-4C1C-A50D-3016B394DCFB}"/>
          </ac:spMkLst>
        </pc:spChg>
        <pc:spChg chg="add del">
          <ac:chgData name="Pratik Garud" userId="7c33e62582ca2e36" providerId="LiveId" clId="{E8FC5618-F3BC-46C4-A216-714BB9D1CA6E}" dt="2025-10-02T11:19:32.740" v="1244" actId="26606"/>
          <ac:spMkLst>
            <pc:docMk/>
            <pc:sldMk cId="764375287" sldId="256"/>
            <ac:spMk id="35" creationId="{CD8B4F24-440B-49E9-B85D-733523DC064B}"/>
          </ac:spMkLst>
        </pc:spChg>
        <pc:spChg chg="add">
          <ac:chgData name="Pratik Garud" userId="7c33e62582ca2e36" providerId="LiveId" clId="{E8FC5618-F3BC-46C4-A216-714BB9D1CA6E}" dt="2025-10-02T11:19:32.740" v="1244" actId="26606"/>
          <ac:spMkLst>
            <pc:docMk/>
            <pc:sldMk cId="764375287" sldId="256"/>
            <ac:spMk id="40" creationId="{0288C6B4-AFC3-407F-A595-EFFD38D4CCAF}"/>
          </ac:spMkLst>
        </pc:spChg>
        <pc:spChg chg="add">
          <ac:chgData name="Pratik Garud" userId="7c33e62582ca2e36" providerId="LiveId" clId="{E8FC5618-F3BC-46C4-A216-714BB9D1CA6E}" dt="2025-10-02T11:19:32.740" v="1244" actId="26606"/>
          <ac:spMkLst>
            <pc:docMk/>
            <pc:sldMk cId="764375287" sldId="256"/>
            <ac:spMk id="42" creationId="{CF236821-17FE-429B-8D2C-08E13A64EA40}"/>
          </ac:spMkLst>
        </pc:spChg>
        <pc:spChg chg="add">
          <ac:chgData name="Pratik Garud" userId="7c33e62582ca2e36" providerId="LiveId" clId="{E8FC5618-F3BC-46C4-A216-714BB9D1CA6E}" dt="2025-10-02T11:19:32.740" v="1244" actId="26606"/>
          <ac:spMkLst>
            <pc:docMk/>
            <pc:sldMk cId="764375287" sldId="256"/>
            <ac:spMk id="44" creationId="{C0BDBCD2-E081-43AB-9119-C55465E59757}"/>
          </ac:spMkLst>
        </pc:spChg>
        <pc:spChg chg="add">
          <ac:chgData name="Pratik Garud" userId="7c33e62582ca2e36" providerId="LiveId" clId="{E8FC5618-F3BC-46C4-A216-714BB9D1CA6E}" dt="2025-10-02T11:19:32.740" v="1244" actId="26606"/>
          <ac:spMkLst>
            <pc:docMk/>
            <pc:sldMk cId="764375287" sldId="256"/>
            <ac:spMk id="46" creationId="{98E79BE4-34FE-485A-98A5-92CE8F7C4743}"/>
          </ac:spMkLst>
        </pc:spChg>
        <pc:spChg chg="add">
          <ac:chgData name="Pratik Garud" userId="7c33e62582ca2e36" providerId="LiveId" clId="{E8FC5618-F3BC-46C4-A216-714BB9D1CA6E}" dt="2025-10-02T11:19:32.740" v="1244" actId="26606"/>
          <ac:spMkLst>
            <pc:docMk/>
            <pc:sldMk cId="764375287" sldId="256"/>
            <ac:spMk id="48" creationId="{7A5F0580-5EE9-419F-96EE-B6529EF6E7D0}"/>
          </ac:spMkLst>
        </pc:spChg>
        <pc:grpChg chg="add del">
          <ac:chgData name="Pratik Garud" userId="7c33e62582ca2e36" providerId="LiveId" clId="{E8FC5618-F3BC-46C4-A216-714BB9D1CA6E}" dt="2025-10-02T09:48:39.899" v="13" actId="26606"/>
          <ac:grpSpMkLst>
            <pc:docMk/>
            <pc:sldMk cId="764375287" sldId="256"/>
            <ac:grpSpMk id="17" creationId="{5FE9FE4C-C9E0-4C54-8010-EA9D29CD4D59}"/>
          </ac:grpSpMkLst>
        </pc:grpChg>
        <pc:grpChg chg="add del">
          <ac:chgData name="Pratik Garud" userId="7c33e62582ca2e36" providerId="LiveId" clId="{E8FC5618-F3BC-46C4-A216-714BB9D1CA6E}" dt="2025-10-02T11:19:03.178" v="1239" actId="26606"/>
          <ac:grpSpMkLst>
            <pc:docMk/>
            <pc:sldMk cId="764375287" sldId="256"/>
            <ac:grpSpMk id="25" creationId="{5FE9FE4C-C9E0-4C54-8010-EA9D29CD4D59}"/>
          </ac:grpSpMkLst>
        </pc:grpChg>
        <pc:picChg chg="add mod ord">
          <ac:chgData name="Pratik Garud" userId="7c33e62582ca2e36" providerId="LiveId" clId="{E8FC5618-F3BC-46C4-A216-714BB9D1CA6E}" dt="2025-10-02T11:20:20.851" v="1256" actId="1076"/>
          <ac:picMkLst>
            <pc:docMk/>
            <pc:sldMk cId="764375287" sldId="256"/>
            <ac:picMk id="3" creationId="{9089D04A-7CC2-5372-8A2E-12100BB9B754}"/>
          </ac:picMkLst>
        </pc:picChg>
      </pc:sldChg>
      <pc:sldChg chg="new">
        <pc:chgData name="Pratik Garud" userId="7c33e62582ca2e36" providerId="LiveId" clId="{E8FC5618-F3BC-46C4-A216-714BB9D1CA6E}" dt="2025-10-02T09:47:59.496" v="1" actId="680"/>
        <pc:sldMkLst>
          <pc:docMk/>
          <pc:sldMk cId="1252626497" sldId="257"/>
        </pc:sldMkLst>
      </pc:sldChg>
      <pc:sldChg chg="addSp delSp modSp new mod setBg">
        <pc:chgData name="Pratik Garud" userId="7c33e62582ca2e36" providerId="LiveId" clId="{E8FC5618-F3BC-46C4-A216-714BB9D1CA6E}" dt="2025-10-02T10:48:34.080" v="622" actId="1076"/>
        <pc:sldMkLst>
          <pc:docMk/>
          <pc:sldMk cId="366096252" sldId="258"/>
        </pc:sldMkLst>
        <pc:spChg chg="mod">
          <ac:chgData name="Pratik Garud" userId="7c33e62582ca2e36" providerId="LiveId" clId="{E8FC5618-F3BC-46C4-A216-714BB9D1CA6E}" dt="2025-10-02T10:45:26.064" v="598" actId="255"/>
          <ac:spMkLst>
            <pc:docMk/>
            <pc:sldMk cId="366096252" sldId="258"/>
            <ac:spMk id="2" creationId="{42A48165-2F29-66F8-77EE-717136C56FFD}"/>
          </ac:spMkLst>
        </pc:spChg>
        <pc:spChg chg="del mod">
          <ac:chgData name="Pratik Garud" userId="7c33e62582ca2e36" providerId="LiveId" clId="{E8FC5618-F3BC-46C4-A216-714BB9D1CA6E}" dt="2025-10-02T09:54:01.496" v="98" actId="931"/>
          <ac:spMkLst>
            <pc:docMk/>
            <pc:sldMk cId="366096252" sldId="258"/>
            <ac:spMk id="3" creationId="{23E56919-2085-5669-3749-2002B0DC79A5}"/>
          </ac:spMkLst>
        </pc:spChg>
        <pc:spChg chg="add mod">
          <ac:chgData name="Pratik Garud" userId="7c33e62582ca2e36" providerId="LiveId" clId="{E8FC5618-F3BC-46C4-A216-714BB9D1CA6E}" dt="2025-10-02T10:48:29.760" v="621" actId="1076"/>
          <ac:spMkLst>
            <pc:docMk/>
            <pc:sldMk cId="366096252" sldId="258"/>
            <ac:spMk id="7" creationId="{75190CE2-F801-EDDA-4B1D-087D9E4DF859}"/>
          </ac:spMkLst>
        </pc:spChg>
        <pc:spChg chg="add del">
          <ac:chgData name="Pratik Garud" userId="7c33e62582ca2e36" providerId="LiveId" clId="{E8FC5618-F3BC-46C4-A216-714BB9D1CA6E}" dt="2025-10-02T10:05:32.862" v="233" actId="26606"/>
          <ac:spMkLst>
            <pc:docMk/>
            <pc:sldMk cId="366096252" sldId="258"/>
            <ac:spMk id="9" creationId="{CDD8AEEA-BB33-4389-AEE0-72C7F54C5A08}"/>
          </ac:spMkLst>
        </pc:spChg>
        <pc:spChg chg="add del">
          <ac:chgData name="Pratik Garud" userId="7c33e62582ca2e36" providerId="LiveId" clId="{E8FC5618-F3BC-46C4-A216-714BB9D1CA6E}" dt="2025-10-02T10:05:28.136" v="227" actId="26606"/>
          <ac:spMkLst>
            <pc:docMk/>
            <pc:sldMk cId="366096252" sldId="258"/>
            <ac:spMk id="10" creationId="{5DCB5928-DC7D-4612-9922-441966E15627}"/>
          </ac:spMkLst>
        </pc:spChg>
        <pc:spChg chg="add del">
          <ac:chgData name="Pratik Garud" userId="7c33e62582ca2e36" providerId="LiveId" clId="{E8FC5618-F3BC-46C4-A216-714BB9D1CA6E}" dt="2025-10-02T10:05:28.136" v="227" actId="26606"/>
          <ac:spMkLst>
            <pc:docMk/>
            <pc:sldMk cId="366096252" sldId="258"/>
            <ac:spMk id="12" creationId="{682C1161-1736-45EC-99B7-33F3CAE9D517}"/>
          </ac:spMkLst>
        </pc:spChg>
        <pc:spChg chg="add del">
          <ac:chgData name="Pratik Garud" userId="7c33e62582ca2e36" providerId="LiveId" clId="{E8FC5618-F3BC-46C4-A216-714BB9D1CA6E}" dt="2025-10-02T10:05:28.136" v="227" actId="26606"/>
          <ac:spMkLst>
            <pc:docMk/>
            <pc:sldMk cId="366096252" sldId="258"/>
            <ac:spMk id="14" creationId="{84D4DDB8-B68F-45B0-9F62-C4279996F672}"/>
          </ac:spMkLst>
        </pc:spChg>
        <pc:spChg chg="add del">
          <ac:chgData name="Pratik Garud" userId="7c33e62582ca2e36" providerId="LiveId" clId="{E8FC5618-F3BC-46C4-A216-714BB9D1CA6E}" dt="2025-10-02T10:05:28.136" v="227" actId="26606"/>
          <ac:spMkLst>
            <pc:docMk/>
            <pc:sldMk cId="366096252" sldId="258"/>
            <ac:spMk id="16" creationId="{AF2F604E-43BE-4DC3-B983-E071523364F8}"/>
          </ac:spMkLst>
        </pc:spChg>
        <pc:spChg chg="add del">
          <ac:chgData name="Pratik Garud" userId="7c33e62582ca2e36" providerId="LiveId" clId="{E8FC5618-F3BC-46C4-A216-714BB9D1CA6E}" dt="2025-10-02T10:05:28.136" v="227" actId="26606"/>
          <ac:spMkLst>
            <pc:docMk/>
            <pc:sldMk cId="366096252" sldId="258"/>
            <ac:spMk id="18" creationId="{08C9B587-E65E-4B52-B37C-ABEBB6E87928}"/>
          </ac:spMkLst>
        </pc:spChg>
        <pc:spChg chg="add del">
          <ac:chgData name="Pratik Garud" userId="7c33e62582ca2e36" providerId="LiveId" clId="{E8FC5618-F3BC-46C4-A216-714BB9D1CA6E}" dt="2025-10-02T10:05:29.398" v="229" actId="26606"/>
          <ac:spMkLst>
            <pc:docMk/>
            <pc:sldMk cId="366096252" sldId="258"/>
            <ac:spMk id="20" creationId="{A8384FB5-9ADC-4DDC-881B-597D56F5B15D}"/>
          </ac:spMkLst>
        </pc:spChg>
        <pc:spChg chg="add del">
          <ac:chgData name="Pratik Garud" userId="7c33e62582ca2e36" providerId="LiveId" clId="{E8FC5618-F3BC-46C4-A216-714BB9D1CA6E}" dt="2025-10-02T10:05:29.398" v="229" actId="26606"/>
          <ac:spMkLst>
            <pc:docMk/>
            <pc:sldMk cId="366096252" sldId="258"/>
            <ac:spMk id="21" creationId="{91E5A9A7-95C6-4F4F-B00E-C82E07FE62EF}"/>
          </ac:spMkLst>
        </pc:spChg>
        <pc:spChg chg="add del">
          <ac:chgData name="Pratik Garud" userId="7c33e62582ca2e36" providerId="LiveId" clId="{E8FC5618-F3BC-46C4-A216-714BB9D1CA6E}" dt="2025-10-02T10:05:29.398" v="229" actId="26606"/>
          <ac:spMkLst>
            <pc:docMk/>
            <pc:sldMk cId="366096252" sldId="258"/>
            <ac:spMk id="22" creationId="{D07DD2DE-F619-49DD-B5E7-03A290FF4ED1}"/>
          </ac:spMkLst>
        </pc:spChg>
        <pc:spChg chg="add del">
          <ac:chgData name="Pratik Garud" userId="7c33e62582ca2e36" providerId="LiveId" clId="{E8FC5618-F3BC-46C4-A216-714BB9D1CA6E}" dt="2025-10-02T10:05:29.398" v="229" actId="26606"/>
          <ac:spMkLst>
            <pc:docMk/>
            <pc:sldMk cId="366096252" sldId="258"/>
            <ac:spMk id="23" creationId="{85149191-5F60-4A28-AAFF-039F96B0F3EC}"/>
          </ac:spMkLst>
        </pc:spChg>
        <pc:spChg chg="add del">
          <ac:chgData name="Pratik Garud" userId="7c33e62582ca2e36" providerId="LiveId" clId="{E8FC5618-F3BC-46C4-A216-714BB9D1CA6E}" dt="2025-10-02T10:05:29.398" v="229" actId="26606"/>
          <ac:spMkLst>
            <pc:docMk/>
            <pc:sldMk cId="366096252" sldId="258"/>
            <ac:spMk id="24" creationId="{F8260ED5-17F7-4158-B241-D51DD4CF1B7E}"/>
          </ac:spMkLst>
        </pc:spChg>
        <pc:spChg chg="add del">
          <ac:chgData name="Pratik Garud" userId="7c33e62582ca2e36" providerId="LiveId" clId="{E8FC5618-F3BC-46C4-A216-714BB9D1CA6E}" dt="2025-10-02T10:05:31.065" v="231" actId="26606"/>
          <ac:spMkLst>
            <pc:docMk/>
            <pc:sldMk cId="366096252" sldId="258"/>
            <ac:spMk id="26" creationId="{6753252F-4873-4F63-801D-CC719279A7D5}"/>
          </ac:spMkLst>
        </pc:spChg>
        <pc:spChg chg="add del">
          <ac:chgData name="Pratik Garud" userId="7c33e62582ca2e36" providerId="LiveId" clId="{E8FC5618-F3BC-46C4-A216-714BB9D1CA6E}" dt="2025-10-02T10:05:31.065" v="231" actId="26606"/>
          <ac:spMkLst>
            <pc:docMk/>
            <pc:sldMk cId="366096252" sldId="258"/>
            <ac:spMk id="27" creationId="{047C8CCB-F95D-4249-92DD-651249D3535A}"/>
          </ac:spMkLst>
        </pc:spChg>
        <pc:spChg chg="add del">
          <ac:chgData name="Pratik Garud" userId="7c33e62582ca2e36" providerId="LiveId" clId="{E8FC5618-F3BC-46C4-A216-714BB9D1CA6E}" dt="2025-10-02T10:05:32.862" v="233" actId="26606"/>
          <ac:spMkLst>
            <pc:docMk/>
            <pc:sldMk cId="366096252" sldId="258"/>
            <ac:spMk id="29" creationId="{A8908DB7-C3A6-4FCB-9820-CEE02B398C4A}"/>
          </ac:spMkLst>
        </pc:spChg>
        <pc:spChg chg="add del">
          <ac:chgData name="Pratik Garud" userId="7c33e62582ca2e36" providerId="LiveId" clId="{E8FC5618-F3BC-46C4-A216-714BB9D1CA6E}" dt="2025-10-02T10:05:32.862" v="233" actId="26606"/>
          <ac:spMkLst>
            <pc:docMk/>
            <pc:sldMk cId="366096252" sldId="258"/>
            <ac:spMk id="30" creationId="{535742DD-1B16-4E9D-B715-0D74B4574A68}"/>
          </ac:spMkLst>
        </pc:spChg>
        <pc:spChg chg="add del">
          <ac:chgData name="Pratik Garud" userId="7c33e62582ca2e36" providerId="LiveId" clId="{E8FC5618-F3BC-46C4-A216-714BB9D1CA6E}" dt="2025-10-02T10:05:35.121" v="235" actId="26606"/>
          <ac:spMkLst>
            <pc:docMk/>
            <pc:sldMk cId="366096252" sldId="258"/>
            <ac:spMk id="32" creationId="{84ECDE7A-6944-466D-8FFE-149A29BA6BAE}"/>
          </ac:spMkLst>
        </pc:spChg>
        <pc:spChg chg="add del">
          <ac:chgData name="Pratik Garud" userId="7c33e62582ca2e36" providerId="LiveId" clId="{E8FC5618-F3BC-46C4-A216-714BB9D1CA6E}" dt="2025-10-02T10:05:35.121" v="235" actId="26606"/>
          <ac:spMkLst>
            <pc:docMk/>
            <pc:sldMk cId="366096252" sldId="258"/>
            <ac:spMk id="33" creationId="{B3420082-9415-44EC-802E-C77D71D59C57}"/>
          </ac:spMkLst>
        </pc:spChg>
        <pc:spChg chg="add del">
          <ac:chgData name="Pratik Garud" userId="7c33e62582ca2e36" providerId="LiveId" clId="{E8FC5618-F3BC-46C4-A216-714BB9D1CA6E}" dt="2025-10-02T10:05:35.121" v="235" actId="26606"/>
          <ac:spMkLst>
            <pc:docMk/>
            <pc:sldMk cId="366096252" sldId="258"/>
            <ac:spMk id="34" creationId="{55A52C45-1FCB-4636-A80F-2849B8226C01}"/>
          </ac:spMkLst>
        </pc:spChg>
        <pc:spChg chg="add del">
          <ac:chgData name="Pratik Garud" userId="7c33e62582ca2e36" providerId="LiveId" clId="{E8FC5618-F3BC-46C4-A216-714BB9D1CA6E}" dt="2025-10-02T10:05:35.121" v="235" actId="26606"/>
          <ac:spMkLst>
            <pc:docMk/>
            <pc:sldMk cId="366096252" sldId="258"/>
            <ac:spMk id="35" creationId="{768EB4DD-3704-43AD-92B3-C4E0C6EA92CB}"/>
          </ac:spMkLst>
        </pc:spChg>
        <pc:spChg chg="add del">
          <ac:chgData name="Pratik Garud" userId="7c33e62582ca2e36" providerId="LiveId" clId="{E8FC5618-F3BC-46C4-A216-714BB9D1CA6E}" dt="2025-10-02T10:05:35.121" v="235" actId="26606"/>
          <ac:spMkLst>
            <pc:docMk/>
            <pc:sldMk cId="366096252" sldId="258"/>
            <ac:spMk id="36" creationId="{2BD02393-E070-E4C3-2C63-05B4ED896667}"/>
          </ac:spMkLst>
        </pc:spChg>
        <pc:spChg chg="add del">
          <ac:chgData name="Pratik Garud" userId="7c33e62582ca2e36" providerId="LiveId" clId="{E8FC5618-F3BC-46C4-A216-714BB9D1CA6E}" dt="2025-10-02T10:05:41.102" v="237" actId="26606"/>
          <ac:spMkLst>
            <pc:docMk/>
            <pc:sldMk cId="366096252" sldId="258"/>
            <ac:spMk id="38" creationId="{0B9EE3F3-89B7-43C3-8651-C4C96830993D}"/>
          </ac:spMkLst>
        </pc:spChg>
        <pc:spChg chg="add del">
          <ac:chgData name="Pratik Garud" userId="7c33e62582ca2e36" providerId="LiveId" clId="{E8FC5618-F3BC-46C4-A216-714BB9D1CA6E}" dt="2025-10-02T10:05:41.102" v="237" actId="26606"/>
          <ac:spMkLst>
            <pc:docMk/>
            <pc:sldMk cId="366096252" sldId="258"/>
            <ac:spMk id="39" creationId="{33AE4636-AEEC-45D6-84D4-7AC2DA48ECF8}"/>
          </ac:spMkLst>
        </pc:spChg>
        <pc:spChg chg="add del">
          <ac:chgData name="Pratik Garud" userId="7c33e62582ca2e36" providerId="LiveId" clId="{E8FC5618-F3BC-46C4-A216-714BB9D1CA6E}" dt="2025-10-02T10:05:41.102" v="237" actId="26606"/>
          <ac:spMkLst>
            <pc:docMk/>
            <pc:sldMk cId="366096252" sldId="258"/>
            <ac:spMk id="40" creationId="{8D9CE0F4-2EB2-4F1F-8AAC-DB3571D9FE10}"/>
          </ac:spMkLst>
        </pc:spChg>
        <pc:spChg chg="add del">
          <ac:chgData name="Pratik Garud" userId="7c33e62582ca2e36" providerId="LiveId" clId="{E8FC5618-F3BC-46C4-A216-714BB9D1CA6E}" dt="2025-10-02T10:05:41.102" v="237" actId="26606"/>
          <ac:spMkLst>
            <pc:docMk/>
            <pc:sldMk cId="366096252" sldId="258"/>
            <ac:spMk id="41" creationId="{66B9D868-5D87-517A-F7C0-74E5AD71342D}"/>
          </ac:spMkLst>
        </pc:spChg>
        <pc:spChg chg="add del">
          <ac:chgData name="Pratik Garud" userId="7c33e62582ca2e36" providerId="LiveId" clId="{E8FC5618-F3BC-46C4-A216-714BB9D1CA6E}" dt="2025-10-02T10:05:45.802" v="239" actId="26606"/>
          <ac:spMkLst>
            <pc:docMk/>
            <pc:sldMk cId="366096252" sldId="258"/>
            <ac:spMk id="43" creationId="{A8384FB5-9ADC-4DDC-881B-597D56F5B15D}"/>
          </ac:spMkLst>
        </pc:spChg>
        <pc:spChg chg="add del">
          <ac:chgData name="Pratik Garud" userId="7c33e62582ca2e36" providerId="LiveId" clId="{E8FC5618-F3BC-46C4-A216-714BB9D1CA6E}" dt="2025-10-02T10:05:45.802" v="239" actId="26606"/>
          <ac:spMkLst>
            <pc:docMk/>
            <pc:sldMk cId="366096252" sldId="258"/>
            <ac:spMk id="44" creationId="{91E5A9A7-95C6-4F4F-B00E-C82E07FE62EF}"/>
          </ac:spMkLst>
        </pc:spChg>
        <pc:spChg chg="add del">
          <ac:chgData name="Pratik Garud" userId="7c33e62582ca2e36" providerId="LiveId" clId="{E8FC5618-F3BC-46C4-A216-714BB9D1CA6E}" dt="2025-10-02T10:05:45.802" v="239" actId="26606"/>
          <ac:spMkLst>
            <pc:docMk/>
            <pc:sldMk cId="366096252" sldId="258"/>
            <ac:spMk id="45" creationId="{D07DD2DE-F619-49DD-B5E7-03A290FF4ED1}"/>
          </ac:spMkLst>
        </pc:spChg>
        <pc:spChg chg="add del">
          <ac:chgData name="Pratik Garud" userId="7c33e62582ca2e36" providerId="LiveId" clId="{E8FC5618-F3BC-46C4-A216-714BB9D1CA6E}" dt="2025-10-02T10:05:45.802" v="239" actId="26606"/>
          <ac:spMkLst>
            <pc:docMk/>
            <pc:sldMk cId="366096252" sldId="258"/>
            <ac:spMk id="46" creationId="{85149191-5F60-4A28-AAFF-039F96B0F3EC}"/>
          </ac:spMkLst>
        </pc:spChg>
        <pc:spChg chg="add del">
          <ac:chgData name="Pratik Garud" userId="7c33e62582ca2e36" providerId="LiveId" clId="{E8FC5618-F3BC-46C4-A216-714BB9D1CA6E}" dt="2025-10-02T10:05:45.802" v="239" actId="26606"/>
          <ac:spMkLst>
            <pc:docMk/>
            <pc:sldMk cId="366096252" sldId="258"/>
            <ac:spMk id="47" creationId="{F8260ED5-17F7-4158-B241-D51DD4CF1B7E}"/>
          </ac:spMkLst>
        </pc:spChg>
        <pc:spChg chg="add del">
          <ac:chgData name="Pratik Garud" userId="7c33e62582ca2e36" providerId="LiveId" clId="{E8FC5618-F3BC-46C4-A216-714BB9D1CA6E}" dt="2025-10-02T10:18:01.159" v="357" actId="26606"/>
          <ac:spMkLst>
            <pc:docMk/>
            <pc:sldMk cId="366096252" sldId="258"/>
            <ac:spMk id="49" creationId="{5DCB5928-DC7D-4612-9922-441966E15627}"/>
          </ac:spMkLst>
        </pc:spChg>
        <pc:spChg chg="add del">
          <ac:chgData name="Pratik Garud" userId="7c33e62582ca2e36" providerId="LiveId" clId="{E8FC5618-F3BC-46C4-A216-714BB9D1CA6E}" dt="2025-10-02T10:18:01.159" v="357" actId="26606"/>
          <ac:spMkLst>
            <pc:docMk/>
            <pc:sldMk cId="366096252" sldId="258"/>
            <ac:spMk id="50" creationId="{682C1161-1736-45EC-99B7-33F3CAE9D517}"/>
          </ac:spMkLst>
        </pc:spChg>
        <pc:spChg chg="add del">
          <ac:chgData name="Pratik Garud" userId="7c33e62582ca2e36" providerId="LiveId" clId="{E8FC5618-F3BC-46C4-A216-714BB9D1CA6E}" dt="2025-10-02T10:18:01.159" v="357" actId="26606"/>
          <ac:spMkLst>
            <pc:docMk/>
            <pc:sldMk cId="366096252" sldId="258"/>
            <ac:spMk id="51" creationId="{84D4DDB8-B68F-45B0-9F62-C4279996F672}"/>
          </ac:spMkLst>
        </pc:spChg>
        <pc:spChg chg="add del">
          <ac:chgData name="Pratik Garud" userId="7c33e62582ca2e36" providerId="LiveId" clId="{E8FC5618-F3BC-46C4-A216-714BB9D1CA6E}" dt="2025-10-02T10:18:01.159" v="357" actId="26606"/>
          <ac:spMkLst>
            <pc:docMk/>
            <pc:sldMk cId="366096252" sldId="258"/>
            <ac:spMk id="52" creationId="{AF2F604E-43BE-4DC3-B983-E071523364F8}"/>
          </ac:spMkLst>
        </pc:spChg>
        <pc:spChg chg="add del">
          <ac:chgData name="Pratik Garud" userId="7c33e62582ca2e36" providerId="LiveId" clId="{E8FC5618-F3BC-46C4-A216-714BB9D1CA6E}" dt="2025-10-02T10:18:01.159" v="357" actId="26606"/>
          <ac:spMkLst>
            <pc:docMk/>
            <pc:sldMk cId="366096252" sldId="258"/>
            <ac:spMk id="53" creationId="{08C9B587-E65E-4B52-B37C-ABEBB6E87928}"/>
          </ac:spMkLst>
        </pc:spChg>
        <pc:spChg chg="add del">
          <ac:chgData name="Pratik Garud" userId="7c33e62582ca2e36" providerId="LiveId" clId="{E8FC5618-F3BC-46C4-A216-714BB9D1CA6E}" dt="2025-10-02T10:17:50.420" v="347" actId="26606"/>
          <ac:spMkLst>
            <pc:docMk/>
            <pc:sldMk cId="366096252" sldId="258"/>
            <ac:spMk id="58" creationId="{A8908DB7-C3A6-4FCB-9820-CEE02B398C4A}"/>
          </ac:spMkLst>
        </pc:spChg>
        <pc:spChg chg="add del">
          <ac:chgData name="Pratik Garud" userId="7c33e62582ca2e36" providerId="LiveId" clId="{E8FC5618-F3BC-46C4-A216-714BB9D1CA6E}" dt="2025-10-02T10:17:50.420" v="347" actId="26606"/>
          <ac:spMkLst>
            <pc:docMk/>
            <pc:sldMk cId="366096252" sldId="258"/>
            <ac:spMk id="60" creationId="{535742DD-1B16-4E9D-B715-0D74B4574A68}"/>
          </ac:spMkLst>
        </pc:spChg>
        <pc:spChg chg="add del">
          <ac:chgData name="Pratik Garud" userId="7c33e62582ca2e36" providerId="LiveId" clId="{E8FC5618-F3BC-46C4-A216-714BB9D1CA6E}" dt="2025-10-02T10:17:51.904" v="349" actId="26606"/>
          <ac:spMkLst>
            <pc:docMk/>
            <pc:sldMk cId="366096252" sldId="258"/>
            <ac:spMk id="62" creationId="{E659831F-0D9A-4C63-9EBB-8435B85A440F}"/>
          </ac:spMkLst>
        </pc:spChg>
        <pc:spChg chg="add del">
          <ac:chgData name="Pratik Garud" userId="7c33e62582ca2e36" providerId="LiveId" clId="{E8FC5618-F3BC-46C4-A216-714BB9D1CA6E}" dt="2025-10-02T10:17:51.904" v="349" actId="26606"/>
          <ac:spMkLst>
            <pc:docMk/>
            <pc:sldMk cId="366096252" sldId="258"/>
            <ac:spMk id="63" creationId="{FFB60E8C-7224-44A4-87A0-46A1711DD2ED}"/>
          </ac:spMkLst>
        </pc:spChg>
        <pc:spChg chg="add del">
          <ac:chgData name="Pratik Garud" userId="7c33e62582ca2e36" providerId="LiveId" clId="{E8FC5618-F3BC-46C4-A216-714BB9D1CA6E}" dt="2025-10-02T10:17:51.904" v="349" actId="26606"/>
          <ac:spMkLst>
            <pc:docMk/>
            <pc:sldMk cId="366096252" sldId="258"/>
            <ac:spMk id="64" creationId="{5A55FBCD-CD42-40F5-8A1B-3203F9CAEEAA}"/>
          </ac:spMkLst>
        </pc:spChg>
        <pc:spChg chg="add del">
          <ac:chgData name="Pratik Garud" userId="7c33e62582ca2e36" providerId="LiveId" clId="{E8FC5618-F3BC-46C4-A216-714BB9D1CA6E}" dt="2025-10-02T10:17:51.904" v="349" actId="26606"/>
          <ac:spMkLst>
            <pc:docMk/>
            <pc:sldMk cId="366096252" sldId="258"/>
            <ac:spMk id="65" creationId="{5DA32751-37A2-45C0-BE94-63D375E27003}"/>
          </ac:spMkLst>
        </pc:spChg>
        <pc:spChg chg="add del">
          <ac:chgData name="Pratik Garud" userId="7c33e62582ca2e36" providerId="LiveId" clId="{E8FC5618-F3BC-46C4-A216-714BB9D1CA6E}" dt="2025-10-02T10:17:56.137" v="351" actId="26606"/>
          <ac:spMkLst>
            <pc:docMk/>
            <pc:sldMk cId="366096252" sldId="258"/>
            <ac:spMk id="67" creationId="{743AA782-23D1-4521-8CAD-47662984AA08}"/>
          </ac:spMkLst>
        </pc:spChg>
        <pc:spChg chg="add del">
          <ac:chgData name="Pratik Garud" userId="7c33e62582ca2e36" providerId="LiveId" clId="{E8FC5618-F3BC-46C4-A216-714BB9D1CA6E}" dt="2025-10-02T10:17:56.137" v="351" actId="26606"/>
          <ac:spMkLst>
            <pc:docMk/>
            <pc:sldMk cId="366096252" sldId="258"/>
            <ac:spMk id="68" creationId="{650D18FE-0824-4A46-B22C-A86B52E5780A}"/>
          </ac:spMkLst>
        </pc:spChg>
        <pc:spChg chg="add del">
          <ac:chgData name="Pratik Garud" userId="7c33e62582ca2e36" providerId="LiveId" clId="{E8FC5618-F3BC-46C4-A216-714BB9D1CA6E}" dt="2025-10-02T10:17:58.319" v="353" actId="26606"/>
          <ac:spMkLst>
            <pc:docMk/>
            <pc:sldMk cId="366096252" sldId="258"/>
            <ac:spMk id="70" creationId="{058A14AF-9FB5-4CC7-BA35-E8E85D3EDF0E}"/>
          </ac:spMkLst>
        </pc:spChg>
        <pc:spChg chg="add del">
          <ac:chgData name="Pratik Garud" userId="7c33e62582ca2e36" providerId="LiveId" clId="{E8FC5618-F3BC-46C4-A216-714BB9D1CA6E}" dt="2025-10-02T10:17:58.319" v="353" actId="26606"/>
          <ac:spMkLst>
            <pc:docMk/>
            <pc:sldMk cId="366096252" sldId="258"/>
            <ac:spMk id="71" creationId="{3A9A4357-BD1D-4622-A4FE-766E6AB8DE84}"/>
          </ac:spMkLst>
        </pc:spChg>
        <pc:spChg chg="add del">
          <ac:chgData name="Pratik Garud" userId="7c33e62582ca2e36" providerId="LiveId" clId="{E8FC5618-F3BC-46C4-A216-714BB9D1CA6E}" dt="2025-10-02T10:17:58.319" v="353" actId="26606"/>
          <ac:spMkLst>
            <pc:docMk/>
            <pc:sldMk cId="366096252" sldId="258"/>
            <ac:spMk id="72" creationId="{E659831F-0D9A-4C63-9EBB-8435B85A440F}"/>
          </ac:spMkLst>
        </pc:spChg>
        <pc:spChg chg="add del">
          <ac:chgData name="Pratik Garud" userId="7c33e62582ca2e36" providerId="LiveId" clId="{E8FC5618-F3BC-46C4-A216-714BB9D1CA6E}" dt="2025-10-02T10:17:58.319" v="353" actId="26606"/>
          <ac:spMkLst>
            <pc:docMk/>
            <pc:sldMk cId="366096252" sldId="258"/>
            <ac:spMk id="73" creationId="{E6995CE5-F890-4ABA-82A2-26507CE8D2A3}"/>
          </ac:spMkLst>
        </pc:spChg>
        <pc:spChg chg="add del">
          <ac:chgData name="Pratik Garud" userId="7c33e62582ca2e36" providerId="LiveId" clId="{E8FC5618-F3BC-46C4-A216-714BB9D1CA6E}" dt="2025-10-02T10:18:01.149" v="356" actId="26606"/>
          <ac:spMkLst>
            <pc:docMk/>
            <pc:sldMk cId="366096252" sldId="258"/>
            <ac:spMk id="75" creationId="{2B97F24A-32CE-4C1C-A50D-3016B394DCFB}"/>
          </ac:spMkLst>
        </pc:spChg>
        <pc:spChg chg="add del">
          <ac:chgData name="Pratik Garud" userId="7c33e62582ca2e36" providerId="LiveId" clId="{E8FC5618-F3BC-46C4-A216-714BB9D1CA6E}" dt="2025-10-02T10:18:01.149" v="356" actId="26606"/>
          <ac:spMkLst>
            <pc:docMk/>
            <pc:sldMk cId="366096252" sldId="258"/>
            <ac:spMk id="76" creationId="{CD8B4F24-440B-49E9-B85D-733523DC064B}"/>
          </ac:spMkLst>
        </pc:spChg>
        <pc:spChg chg="add">
          <ac:chgData name="Pratik Garud" userId="7c33e62582ca2e36" providerId="LiveId" clId="{E8FC5618-F3BC-46C4-A216-714BB9D1CA6E}" dt="2025-10-02T10:18:01.159" v="357" actId="26606"/>
          <ac:spMkLst>
            <pc:docMk/>
            <pc:sldMk cId="366096252" sldId="258"/>
            <ac:spMk id="78" creationId="{A8908DB7-C3A6-4FCB-9820-CEE02B398C4A}"/>
          </ac:spMkLst>
        </pc:spChg>
        <pc:spChg chg="add">
          <ac:chgData name="Pratik Garud" userId="7c33e62582ca2e36" providerId="LiveId" clId="{E8FC5618-F3BC-46C4-A216-714BB9D1CA6E}" dt="2025-10-02T10:18:01.159" v="357" actId="26606"/>
          <ac:spMkLst>
            <pc:docMk/>
            <pc:sldMk cId="366096252" sldId="258"/>
            <ac:spMk id="79" creationId="{535742DD-1B16-4E9D-B715-0D74B4574A68}"/>
          </ac:spMkLst>
        </pc:spChg>
        <pc:picChg chg="add mod ord">
          <ac:chgData name="Pratik Garud" userId="7c33e62582ca2e36" providerId="LiveId" clId="{E8FC5618-F3BC-46C4-A216-714BB9D1CA6E}" dt="2025-10-02T10:48:34.080" v="622" actId="1076"/>
          <ac:picMkLst>
            <pc:docMk/>
            <pc:sldMk cId="366096252" sldId="258"/>
            <ac:picMk id="5" creationId="{B117C63E-F0C5-F026-C145-B729C60E120D}"/>
          </ac:picMkLst>
        </pc:picChg>
      </pc:sldChg>
      <pc:sldChg chg="new del">
        <pc:chgData name="Pratik Garud" userId="7c33e62582ca2e36" providerId="LiveId" clId="{E8FC5618-F3BC-46C4-A216-714BB9D1CA6E}" dt="2025-10-02T09:56:34.278" v="120" actId="2696"/>
        <pc:sldMkLst>
          <pc:docMk/>
          <pc:sldMk cId="1641373809" sldId="259"/>
        </pc:sldMkLst>
      </pc:sldChg>
      <pc:sldChg chg="new del">
        <pc:chgData name="Pratik Garud" userId="7c33e62582ca2e36" providerId="LiveId" clId="{E8FC5618-F3BC-46C4-A216-714BB9D1CA6E}" dt="2025-10-02T09:56:38.884" v="126" actId="47"/>
        <pc:sldMkLst>
          <pc:docMk/>
          <pc:sldMk cId="2033565159" sldId="260"/>
        </pc:sldMkLst>
      </pc:sldChg>
      <pc:sldChg chg="new del">
        <pc:chgData name="Pratik Garud" userId="7c33e62582ca2e36" providerId="LiveId" clId="{E8FC5618-F3BC-46C4-A216-714BB9D1CA6E}" dt="2025-10-02T09:56:37.490" v="122" actId="47"/>
        <pc:sldMkLst>
          <pc:docMk/>
          <pc:sldMk cId="5868685" sldId="261"/>
        </pc:sldMkLst>
      </pc:sldChg>
      <pc:sldChg chg="new del">
        <pc:chgData name="Pratik Garud" userId="7c33e62582ca2e36" providerId="LiveId" clId="{E8FC5618-F3BC-46C4-A216-714BB9D1CA6E}" dt="2025-10-02T09:56:37.840" v="123" actId="47"/>
        <pc:sldMkLst>
          <pc:docMk/>
          <pc:sldMk cId="4151060484" sldId="262"/>
        </pc:sldMkLst>
      </pc:sldChg>
      <pc:sldChg chg="new del">
        <pc:chgData name="Pratik Garud" userId="7c33e62582ca2e36" providerId="LiveId" clId="{E8FC5618-F3BC-46C4-A216-714BB9D1CA6E}" dt="2025-10-02T09:56:38.100" v="124" actId="47"/>
        <pc:sldMkLst>
          <pc:docMk/>
          <pc:sldMk cId="2528114062" sldId="263"/>
        </pc:sldMkLst>
      </pc:sldChg>
      <pc:sldChg chg="new del">
        <pc:chgData name="Pratik Garud" userId="7c33e62582ca2e36" providerId="LiveId" clId="{E8FC5618-F3BC-46C4-A216-714BB9D1CA6E}" dt="2025-10-02T09:56:38.359" v="125" actId="47"/>
        <pc:sldMkLst>
          <pc:docMk/>
          <pc:sldMk cId="1053360829" sldId="264"/>
        </pc:sldMkLst>
      </pc:sldChg>
      <pc:sldChg chg="new del">
        <pc:chgData name="Pratik Garud" userId="7c33e62582ca2e36" providerId="LiveId" clId="{E8FC5618-F3BC-46C4-A216-714BB9D1CA6E}" dt="2025-10-02T09:56:29.130" v="118" actId="2696"/>
        <pc:sldMkLst>
          <pc:docMk/>
          <pc:sldMk cId="458412106" sldId="265"/>
        </pc:sldMkLst>
      </pc:sldChg>
      <pc:sldChg chg="addSp delSp modSp add mod setBg">
        <pc:chgData name="Pratik Garud" userId="7c33e62582ca2e36" providerId="LiveId" clId="{E8FC5618-F3BC-46C4-A216-714BB9D1CA6E}" dt="2025-10-02T10:48:21.062" v="619" actId="1076"/>
        <pc:sldMkLst>
          <pc:docMk/>
          <pc:sldMk cId="2975684766" sldId="266"/>
        </pc:sldMkLst>
        <pc:spChg chg="mod">
          <ac:chgData name="Pratik Garud" userId="7c33e62582ca2e36" providerId="LiveId" clId="{E8FC5618-F3BC-46C4-A216-714BB9D1CA6E}" dt="2025-10-02T10:45:41.533" v="600" actId="255"/>
          <ac:spMkLst>
            <pc:docMk/>
            <pc:sldMk cId="2975684766" sldId="266"/>
            <ac:spMk id="2" creationId="{7EEDDC14-4D42-9D67-82C9-787F2BEB4252}"/>
          </ac:spMkLst>
        </pc:spChg>
        <pc:spChg chg="add del mod">
          <ac:chgData name="Pratik Garud" userId="7c33e62582ca2e36" providerId="LiveId" clId="{E8FC5618-F3BC-46C4-A216-714BB9D1CA6E}" dt="2025-10-02T09:55:53.323" v="115" actId="931"/>
          <ac:spMkLst>
            <pc:docMk/>
            <pc:sldMk cId="2975684766" sldId="266"/>
            <ac:spMk id="6" creationId="{EF8F8BB7-84BC-027C-04F9-5DB493E7E3CE}"/>
          </ac:spMkLst>
        </pc:spChg>
        <pc:spChg chg="add mod">
          <ac:chgData name="Pratik Garud" userId="7c33e62582ca2e36" providerId="LiveId" clId="{E8FC5618-F3BC-46C4-A216-714BB9D1CA6E}" dt="2025-10-02T10:48:21.062" v="619" actId="1076"/>
          <ac:spMkLst>
            <pc:docMk/>
            <pc:sldMk cId="2975684766" sldId="266"/>
            <ac:spMk id="10" creationId="{8158D302-8A7A-94FA-518A-399C0946A155}"/>
          </ac:spMkLst>
        </pc:spChg>
        <pc:spChg chg="add del">
          <ac:chgData name="Pratik Garud" userId="7c33e62582ca2e36" providerId="LiveId" clId="{E8FC5618-F3BC-46C4-A216-714BB9D1CA6E}" dt="2025-10-02T10:05:08.342" v="220" actId="26606"/>
          <ac:spMkLst>
            <pc:docMk/>
            <pc:sldMk cId="2975684766" sldId="266"/>
            <ac:spMk id="12" creationId="{ED21BF0D-8161-5ACA-9F85-CA09549BA6BF}"/>
          </ac:spMkLst>
        </pc:spChg>
        <pc:spChg chg="add del">
          <ac:chgData name="Pratik Garud" userId="7c33e62582ca2e36" providerId="LiveId" clId="{E8FC5618-F3BC-46C4-A216-714BB9D1CA6E}" dt="2025-10-02T10:05:14.964" v="224" actId="26606"/>
          <ac:spMkLst>
            <pc:docMk/>
            <pc:sldMk cId="2975684766" sldId="266"/>
            <ac:spMk id="13" creationId="{AC477752-ACCA-41C1-9B1D-D0CED1F9CBDD}"/>
          </ac:spMkLst>
        </pc:spChg>
        <pc:spChg chg="add del">
          <ac:chgData name="Pratik Garud" userId="7c33e62582ca2e36" providerId="LiveId" clId="{E8FC5618-F3BC-46C4-A216-714BB9D1CA6E}" dt="2025-10-02T10:05:08.342" v="220" actId="26606"/>
          <ac:spMkLst>
            <pc:docMk/>
            <pc:sldMk cId="2975684766" sldId="266"/>
            <ac:spMk id="15" creationId="{1A95671B-3CC6-4792-9114-B74FAEA224E6}"/>
          </ac:spMkLst>
        </pc:spChg>
        <pc:spChg chg="add del">
          <ac:chgData name="Pratik Garud" userId="7c33e62582ca2e36" providerId="LiveId" clId="{E8FC5618-F3BC-46C4-A216-714BB9D1CA6E}" dt="2025-10-02T10:18:19.972" v="360" actId="26606"/>
          <ac:spMkLst>
            <pc:docMk/>
            <pc:sldMk cId="2975684766" sldId="266"/>
            <ac:spMk id="16" creationId="{5DCB5928-DC7D-4612-9922-441966E15627}"/>
          </ac:spMkLst>
        </pc:spChg>
        <pc:spChg chg="add del">
          <ac:chgData name="Pratik Garud" userId="7c33e62582ca2e36" providerId="LiveId" clId="{E8FC5618-F3BC-46C4-A216-714BB9D1CA6E}" dt="2025-10-02T10:05:13.162" v="222" actId="26606"/>
          <ac:spMkLst>
            <pc:docMk/>
            <pc:sldMk cId="2975684766" sldId="266"/>
            <ac:spMk id="17" creationId="{3A9A4357-BD1D-4622-A4FE-766E6AB8DE84}"/>
          </ac:spMkLst>
        </pc:spChg>
        <pc:spChg chg="add del">
          <ac:chgData name="Pratik Garud" userId="7c33e62582ca2e36" providerId="LiveId" clId="{E8FC5618-F3BC-46C4-A216-714BB9D1CA6E}" dt="2025-10-02T10:05:13.162" v="222" actId="26606"/>
          <ac:spMkLst>
            <pc:docMk/>
            <pc:sldMk cId="2975684766" sldId="266"/>
            <ac:spMk id="18" creationId="{058A14AF-9FB5-4CC7-BA35-E8E85D3EDF0E}"/>
          </ac:spMkLst>
        </pc:spChg>
        <pc:spChg chg="add del">
          <ac:chgData name="Pratik Garud" userId="7c33e62582ca2e36" providerId="LiveId" clId="{E8FC5618-F3BC-46C4-A216-714BB9D1CA6E}" dt="2025-10-02T10:05:13.162" v="222" actId="26606"/>
          <ac:spMkLst>
            <pc:docMk/>
            <pc:sldMk cId="2975684766" sldId="266"/>
            <ac:spMk id="19" creationId="{E659831F-0D9A-4C63-9EBB-8435B85A440F}"/>
          </ac:spMkLst>
        </pc:spChg>
        <pc:spChg chg="add del">
          <ac:chgData name="Pratik Garud" userId="7c33e62582ca2e36" providerId="LiveId" clId="{E8FC5618-F3BC-46C4-A216-714BB9D1CA6E}" dt="2025-10-02T10:05:13.162" v="222" actId="26606"/>
          <ac:spMkLst>
            <pc:docMk/>
            <pc:sldMk cId="2975684766" sldId="266"/>
            <ac:spMk id="20" creationId="{74EA0827-8FD7-7D31-C134-711AE85E1E89}"/>
          </ac:spMkLst>
        </pc:spChg>
        <pc:spChg chg="add del">
          <ac:chgData name="Pratik Garud" userId="7c33e62582ca2e36" providerId="LiveId" clId="{E8FC5618-F3BC-46C4-A216-714BB9D1CA6E}" dt="2025-10-02T10:05:13.162" v="222" actId="26606"/>
          <ac:spMkLst>
            <pc:docMk/>
            <pc:sldMk cId="2975684766" sldId="266"/>
            <ac:spMk id="21" creationId="{E6995CE5-F890-4ABA-82A2-26507CE8D2A3}"/>
          </ac:spMkLst>
        </pc:spChg>
        <pc:spChg chg="add del">
          <ac:chgData name="Pratik Garud" userId="7c33e62582ca2e36" providerId="LiveId" clId="{E8FC5618-F3BC-46C4-A216-714BB9D1CA6E}" dt="2025-10-02T10:18:19.972" v="360" actId="26606"/>
          <ac:spMkLst>
            <pc:docMk/>
            <pc:sldMk cId="2975684766" sldId="266"/>
            <ac:spMk id="22" creationId="{682C1161-1736-45EC-99B7-33F3CAE9D517}"/>
          </ac:spMkLst>
        </pc:spChg>
        <pc:spChg chg="add del">
          <ac:chgData name="Pratik Garud" userId="7c33e62582ca2e36" providerId="LiveId" clId="{E8FC5618-F3BC-46C4-A216-714BB9D1CA6E}" dt="2025-10-02T10:18:19.972" v="360" actId="26606"/>
          <ac:spMkLst>
            <pc:docMk/>
            <pc:sldMk cId="2975684766" sldId="266"/>
            <ac:spMk id="23" creationId="{84D4DDB8-B68F-45B0-9F62-C4279996F672}"/>
          </ac:spMkLst>
        </pc:spChg>
        <pc:spChg chg="add del">
          <ac:chgData name="Pratik Garud" userId="7c33e62582ca2e36" providerId="LiveId" clId="{E8FC5618-F3BC-46C4-A216-714BB9D1CA6E}" dt="2025-10-02T10:18:19.972" v="360" actId="26606"/>
          <ac:spMkLst>
            <pc:docMk/>
            <pc:sldMk cId="2975684766" sldId="266"/>
            <ac:spMk id="24" creationId="{AF2F604E-43BE-4DC3-B983-E071523364F8}"/>
          </ac:spMkLst>
        </pc:spChg>
        <pc:spChg chg="add del">
          <ac:chgData name="Pratik Garud" userId="7c33e62582ca2e36" providerId="LiveId" clId="{E8FC5618-F3BC-46C4-A216-714BB9D1CA6E}" dt="2025-10-02T10:18:19.972" v="360" actId="26606"/>
          <ac:spMkLst>
            <pc:docMk/>
            <pc:sldMk cId="2975684766" sldId="266"/>
            <ac:spMk id="25" creationId="{08C9B587-E65E-4B52-B37C-ABEBB6E87928}"/>
          </ac:spMkLst>
        </pc:spChg>
        <pc:spChg chg="add">
          <ac:chgData name="Pratik Garud" userId="7c33e62582ca2e36" providerId="LiveId" clId="{E8FC5618-F3BC-46C4-A216-714BB9D1CA6E}" dt="2025-10-02T10:18:19.972" v="360" actId="26606"/>
          <ac:spMkLst>
            <pc:docMk/>
            <pc:sldMk cId="2975684766" sldId="266"/>
            <ac:spMk id="30" creationId="{A8908DB7-C3A6-4FCB-9820-CEE02B398C4A}"/>
          </ac:spMkLst>
        </pc:spChg>
        <pc:spChg chg="add">
          <ac:chgData name="Pratik Garud" userId="7c33e62582ca2e36" providerId="LiveId" clId="{E8FC5618-F3BC-46C4-A216-714BB9D1CA6E}" dt="2025-10-02T10:18:19.972" v="360" actId="26606"/>
          <ac:spMkLst>
            <pc:docMk/>
            <pc:sldMk cId="2975684766" sldId="266"/>
            <ac:spMk id="32" creationId="{535742DD-1B16-4E9D-B715-0D74B4574A68}"/>
          </ac:spMkLst>
        </pc:spChg>
        <pc:picChg chg="add del mod">
          <ac:chgData name="Pratik Garud" userId="7c33e62582ca2e36" providerId="LiveId" clId="{E8FC5618-F3BC-46C4-A216-714BB9D1CA6E}" dt="2025-10-02T09:55:28.047" v="113" actId="21"/>
          <ac:picMkLst>
            <pc:docMk/>
            <pc:sldMk cId="2975684766" sldId="266"/>
            <ac:picMk id="3" creationId="{076B001B-2591-64DF-858A-8DBD9F880460}"/>
          </ac:picMkLst>
        </pc:picChg>
        <pc:picChg chg="del">
          <ac:chgData name="Pratik Garud" userId="7c33e62582ca2e36" providerId="LiveId" clId="{E8FC5618-F3BC-46C4-A216-714BB9D1CA6E}" dt="2025-10-02T09:55:33.471" v="114" actId="21"/>
          <ac:picMkLst>
            <pc:docMk/>
            <pc:sldMk cId="2975684766" sldId="266"/>
            <ac:picMk id="5" creationId="{606617D9-43DC-8B15-456D-EE3A44318654}"/>
          </ac:picMkLst>
        </pc:picChg>
        <pc:picChg chg="add mod">
          <ac:chgData name="Pratik Garud" userId="7c33e62582ca2e36" providerId="LiveId" clId="{E8FC5618-F3BC-46C4-A216-714BB9D1CA6E}" dt="2025-10-02T10:48:17.191" v="618" actId="1076"/>
          <ac:picMkLst>
            <pc:docMk/>
            <pc:sldMk cId="2975684766" sldId="266"/>
            <ac:picMk id="8" creationId="{11A447F6-67BA-9D00-ECA5-68E3502F42C4}"/>
          </ac:picMkLst>
        </pc:picChg>
      </pc:sldChg>
      <pc:sldChg chg="add del">
        <pc:chgData name="Pratik Garud" userId="7c33e62582ca2e36" providerId="LiveId" clId="{E8FC5618-F3BC-46C4-A216-714BB9D1CA6E}" dt="2025-10-02T09:56:36.499" v="121" actId="47"/>
        <pc:sldMkLst>
          <pc:docMk/>
          <pc:sldMk cId="496060843" sldId="267"/>
        </pc:sldMkLst>
      </pc:sldChg>
      <pc:sldChg chg="new del">
        <pc:chgData name="Pratik Garud" userId="7c33e62582ca2e36" providerId="LiveId" clId="{E8FC5618-F3BC-46C4-A216-714BB9D1CA6E}" dt="2025-10-02T09:57:04.205" v="128" actId="47"/>
        <pc:sldMkLst>
          <pc:docMk/>
          <pc:sldMk cId="1277418342" sldId="267"/>
        </pc:sldMkLst>
      </pc:sldChg>
      <pc:sldChg chg="addSp delSp modSp new mod setBg">
        <pc:chgData name="Pratik Garud" userId="7c33e62582ca2e36" providerId="LiveId" clId="{E8FC5618-F3BC-46C4-A216-714BB9D1CA6E}" dt="2025-10-02T17:52:28.301" v="1257"/>
        <pc:sldMkLst>
          <pc:docMk/>
          <pc:sldMk cId="3531208126" sldId="267"/>
        </pc:sldMkLst>
        <pc:spChg chg="mod">
          <ac:chgData name="Pratik Garud" userId="7c33e62582ca2e36" providerId="LiveId" clId="{E8FC5618-F3BC-46C4-A216-714BB9D1CA6E}" dt="2025-10-02T10:48:59.549" v="625" actId="1076"/>
          <ac:spMkLst>
            <pc:docMk/>
            <pc:sldMk cId="3531208126" sldId="267"/>
            <ac:spMk id="2" creationId="{E3420E83-6A9D-797B-F3B4-03F3911123D6}"/>
          </ac:spMkLst>
        </pc:spChg>
        <pc:spChg chg="add mod ord">
          <ac:chgData name="Pratik Garud" userId="7c33e62582ca2e36" providerId="LiveId" clId="{E8FC5618-F3BC-46C4-A216-714BB9D1CA6E}" dt="2025-10-02T10:48:47.053" v="624" actId="20577"/>
          <ac:spMkLst>
            <pc:docMk/>
            <pc:sldMk cId="3531208126" sldId="267"/>
            <ac:spMk id="12" creationId="{C4980A86-214E-07AA-82B4-620A48D93DD9}"/>
          </ac:spMkLst>
        </pc:spChg>
        <pc:spChg chg="add del">
          <ac:chgData name="Pratik Garud" userId="7c33e62582ca2e36" providerId="LiveId" clId="{E8FC5618-F3BC-46C4-A216-714BB9D1CA6E}" dt="2025-10-02T10:19:20.739" v="371" actId="26606"/>
          <ac:spMkLst>
            <pc:docMk/>
            <pc:sldMk cId="3531208126" sldId="267"/>
            <ac:spMk id="15" creationId="{99ED5833-B85B-4103-8A3B-CAB0308E6C15}"/>
          </ac:spMkLst>
        </pc:spChg>
        <pc:spChg chg="add del">
          <ac:chgData name="Pratik Garud" userId="7c33e62582ca2e36" providerId="LiveId" clId="{E8FC5618-F3BC-46C4-A216-714BB9D1CA6E}" dt="2025-10-02T10:19:16.607" v="366" actId="26606"/>
          <ac:spMkLst>
            <pc:docMk/>
            <pc:sldMk cId="3531208126" sldId="267"/>
            <ac:spMk id="20" creationId="{B5DAA40F-4F28-4316-934E-C55D7C3AA018}"/>
          </ac:spMkLst>
        </pc:spChg>
        <pc:spChg chg="add del">
          <ac:chgData name="Pratik Garud" userId="7c33e62582ca2e36" providerId="LiveId" clId="{E8FC5618-F3BC-46C4-A216-714BB9D1CA6E}" dt="2025-10-02T10:19:16.607" v="366" actId="26606"/>
          <ac:spMkLst>
            <pc:docMk/>
            <pc:sldMk cId="3531208126" sldId="267"/>
            <ac:spMk id="22" creationId="{F6D467C8-A8E0-468B-B88D-9CEEE37BFC59}"/>
          </ac:spMkLst>
        </pc:spChg>
        <pc:spChg chg="add del">
          <ac:chgData name="Pratik Garud" userId="7c33e62582ca2e36" providerId="LiveId" clId="{E8FC5618-F3BC-46C4-A216-714BB9D1CA6E}" dt="2025-10-02T10:19:16.607" v="366" actId="26606"/>
          <ac:spMkLst>
            <pc:docMk/>
            <pc:sldMk cId="3531208126" sldId="267"/>
            <ac:spMk id="24" creationId="{62677C27-4325-4BE2-B2C9-B721DA9E3CD4}"/>
          </ac:spMkLst>
        </pc:spChg>
        <pc:spChg chg="add del">
          <ac:chgData name="Pratik Garud" userId="7c33e62582ca2e36" providerId="LiveId" clId="{E8FC5618-F3BC-46C4-A216-714BB9D1CA6E}" dt="2025-10-02T10:19:18.369" v="368" actId="26606"/>
          <ac:spMkLst>
            <pc:docMk/>
            <pc:sldMk cId="3531208126" sldId="267"/>
            <ac:spMk id="26" creationId="{49B9E8A9-352D-4DCB-9485-C777000D4979}"/>
          </ac:spMkLst>
        </pc:spChg>
        <pc:spChg chg="add del">
          <ac:chgData name="Pratik Garud" userId="7c33e62582ca2e36" providerId="LiveId" clId="{E8FC5618-F3BC-46C4-A216-714BB9D1CA6E}" dt="2025-10-02T10:19:18.369" v="368" actId="26606"/>
          <ac:spMkLst>
            <pc:docMk/>
            <pc:sldMk cId="3531208126" sldId="267"/>
            <ac:spMk id="27" creationId="{C2A9B0E5-C2C1-4B85-99A9-117A659D5FE0}"/>
          </ac:spMkLst>
        </pc:spChg>
        <pc:spChg chg="add del">
          <ac:chgData name="Pratik Garud" userId="7c33e62582ca2e36" providerId="LiveId" clId="{E8FC5618-F3BC-46C4-A216-714BB9D1CA6E}" dt="2025-10-02T10:19:18.369" v="368" actId="26606"/>
          <ac:spMkLst>
            <pc:docMk/>
            <pc:sldMk cId="3531208126" sldId="267"/>
            <ac:spMk id="28" creationId="{3A8AEACA-9535-4BE8-A91B-8BE82BA54751}"/>
          </ac:spMkLst>
        </pc:spChg>
        <pc:spChg chg="add del">
          <ac:chgData name="Pratik Garud" userId="7c33e62582ca2e36" providerId="LiveId" clId="{E8FC5618-F3BC-46C4-A216-714BB9D1CA6E}" dt="2025-10-02T10:19:20.731" v="370" actId="26606"/>
          <ac:spMkLst>
            <pc:docMk/>
            <pc:sldMk cId="3531208126" sldId="267"/>
            <ac:spMk id="30" creationId="{2F003F3F-F118-41D2-AA3F-74DB0D1970BB}"/>
          </ac:spMkLst>
        </pc:spChg>
        <pc:spChg chg="add del">
          <ac:chgData name="Pratik Garud" userId="7c33e62582ca2e36" providerId="LiveId" clId="{E8FC5618-F3BC-46C4-A216-714BB9D1CA6E}" dt="2025-10-02T10:19:20.731" v="370" actId="26606"/>
          <ac:spMkLst>
            <pc:docMk/>
            <pc:sldMk cId="3531208126" sldId="267"/>
            <ac:spMk id="31" creationId="{B712E947-0734-45F9-9C4F-41114EC3A33E}"/>
          </ac:spMkLst>
        </pc:spChg>
        <pc:spChg chg="add del">
          <ac:chgData name="Pratik Garud" userId="7c33e62582ca2e36" providerId="LiveId" clId="{E8FC5618-F3BC-46C4-A216-714BB9D1CA6E}" dt="2025-10-02T10:19:20.731" v="370" actId="26606"/>
          <ac:spMkLst>
            <pc:docMk/>
            <pc:sldMk cId="3531208126" sldId="267"/>
            <ac:spMk id="32" creationId="{4C6B5652-C661-4C58-B937-F0F490F7FCB2}"/>
          </ac:spMkLst>
        </pc:spChg>
        <pc:spChg chg="add del">
          <ac:chgData name="Pratik Garud" userId="7c33e62582ca2e36" providerId="LiveId" clId="{E8FC5618-F3BC-46C4-A216-714BB9D1CA6E}" dt="2025-10-02T10:19:20.731" v="370" actId="26606"/>
          <ac:spMkLst>
            <pc:docMk/>
            <pc:sldMk cId="3531208126" sldId="267"/>
            <ac:spMk id="33" creationId="{0B936867-6407-43FB-9DE6-1B0879D0CB31}"/>
          </ac:spMkLst>
        </pc:spChg>
        <pc:spChg chg="add del">
          <ac:chgData name="Pratik Garud" userId="7c33e62582ca2e36" providerId="LiveId" clId="{E8FC5618-F3BC-46C4-A216-714BB9D1CA6E}" dt="2025-10-02T10:19:20.731" v="370" actId="26606"/>
          <ac:spMkLst>
            <pc:docMk/>
            <pc:sldMk cId="3531208126" sldId="267"/>
            <ac:spMk id="34" creationId="{ACD0B258-678B-4A8C-894F-848AF24A1922}"/>
          </ac:spMkLst>
        </pc:spChg>
        <pc:spChg chg="add del">
          <ac:chgData name="Pratik Garud" userId="7c33e62582ca2e36" providerId="LiveId" clId="{E8FC5618-F3BC-46C4-A216-714BB9D1CA6E}" dt="2025-10-02T10:19:20.731" v="370" actId="26606"/>
          <ac:spMkLst>
            <pc:docMk/>
            <pc:sldMk cId="3531208126" sldId="267"/>
            <ac:spMk id="35" creationId="{C8D58395-74AF-401A-AF2F-76B6FCF71DFE}"/>
          </ac:spMkLst>
        </pc:spChg>
        <pc:spChg chg="add">
          <ac:chgData name="Pratik Garud" userId="7c33e62582ca2e36" providerId="LiveId" clId="{E8FC5618-F3BC-46C4-A216-714BB9D1CA6E}" dt="2025-10-02T10:19:20.739" v="371" actId="26606"/>
          <ac:spMkLst>
            <pc:docMk/>
            <pc:sldMk cId="3531208126" sldId="267"/>
            <ac:spMk id="37" creationId="{352BEC0E-22F8-46D0-9632-375DB541B06C}"/>
          </ac:spMkLst>
        </pc:spChg>
        <pc:spChg chg="add">
          <ac:chgData name="Pratik Garud" userId="7c33e62582ca2e36" providerId="LiveId" clId="{E8FC5618-F3BC-46C4-A216-714BB9D1CA6E}" dt="2025-10-02T10:19:20.739" v="371" actId="26606"/>
          <ac:spMkLst>
            <pc:docMk/>
            <pc:sldMk cId="3531208126" sldId="267"/>
            <ac:spMk id="38" creationId="{3FCFB1DE-0B7E-48CC-BA90-B2AB0889F9D6}"/>
          </ac:spMkLst>
        </pc:spChg>
        <pc:picChg chg="add mod">
          <ac:chgData name="Pratik Garud" userId="7c33e62582ca2e36" providerId="LiveId" clId="{E8FC5618-F3BC-46C4-A216-714BB9D1CA6E}" dt="2025-10-02T17:52:28.301" v="1257"/>
          <ac:picMkLst>
            <pc:docMk/>
            <pc:sldMk cId="3531208126" sldId="267"/>
            <ac:picMk id="3" creationId="{15DFE1A0-36C1-8505-7324-422B1BAF9755}"/>
          </ac:picMkLst>
        </pc:picChg>
        <pc:picChg chg="add del mod">
          <ac:chgData name="Pratik Garud" userId="7c33e62582ca2e36" providerId="LiveId" clId="{E8FC5618-F3BC-46C4-A216-714BB9D1CA6E}" dt="2025-10-02T10:06:04.359" v="242" actId="21"/>
          <ac:picMkLst>
            <pc:docMk/>
            <pc:sldMk cId="3531208126" sldId="267"/>
            <ac:picMk id="4" creationId="{E56AE81C-DCFF-9E1A-CE95-77871B2D08E1}"/>
          </ac:picMkLst>
        </pc:picChg>
        <pc:picChg chg="add del mod">
          <ac:chgData name="Pratik Garud" userId="7c33e62582ca2e36" providerId="LiveId" clId="{E8FC5618-F3BC-46C4-A216-714BB9D1CA6E}" dt="2025-10-02T10:06:01.960" v="241" actId="21"/>
          <ac:picMkLst>
            <pc:docMk/>
            <pc:sldMk cId="3531208126" sldId="267"/>
            <ac:picMk id="6" creationId="{9899BAAD-A643-D266-1E37-54CA01462CF9}"/>
          </ac:picMkLst>
        </pc:picChg>
        <pc:picChg chg="add mod ord">
          <ac:chgData name="Pratik Garud" userId="7c33e62582ca2e36" providerId="LiveId" clId="{E8FC5618-F3BC-46C4-A216-714BB9D1CA6E}" dt="2025-10-02T10:49:17.630" v="629" actId="14100"/>
          <ac:picMkLst>
            <pc:docMk/>
            <pc:sldMk cId="3531208126" sldId="267"/>
            <ac:picMk id="8" creationId="{593A8DC6-A66C-D97E-4E42-024E52633747}"/>
          </ac:picMkLst>
        </pc:picChg>
        <pc:picChg chg="add mod ord">
          <ac:chgData name="Pratik Garud" userId="7c33e62582ca2e36" providerId="LiveId" clId="{E8FC5618-F3BC-46C4-A216-714BB9D1CA6E}" dt="2025-10-02T10:49:12.827" v="628" actId="1076"/>
          <ac:picMkLst>
            <pc:docMk/>
            <pc:sldMk cId="3531208126" sldId="267"/>
            <ac:picMk id="10" creationId="{967646C5-150D-6000-6BC7-5291C556AF58}"/>
          </ac:picMkLst>
        </pc:picChg>
      </pc:sldChg>
      <pc:sldChg chg="addSp delSp modSp add mod setBg">
        <pc:chgData name="Pratik Garud" userId="7c33e62582ca2e36" providerId="LiveId" clId="{E8FC5618-F3BC-46C4-A216-714BB9D1CA6E}" dt="2025-10-02T10:49:49.398" v="635" actId="1076"/>
        <pc:sldMkLst>
          <pc:docMk/>
          <pc:sldMk cId="2007634278" sldId="268"/>
        </pc:sldMkLst>
        <pc:spChg chg="mod">
          <ac:chgData name="Pratik Garud" userId="7c33e62582ca2e36" providerId="LiveId" clId="{E8FC5618-F3BC-46C4-A216-714BB9D1CA6E}" dt="2025-10-02T10:46:11.188" v="602" actId="255"/>
          <ac:spMkLst>
            <pc:docMk/>
            <pc:sldMk cId="2007634278" sldId="268"/>
            <ac:spMk id="2" creationId="{6462C71F-CED9-E43C-7764-E6703FF76B19}"/>
          </ac:spMkLst>
        </pc:spChg>
        <pc:spChg chg="add mod">
          <ac:chgData name="Pratik Garud" userId="7c33e62582ca2e36" providerId="LiveId" clId="{E8FC5618-F3BC-46C4-A216-714BB9D1CA6E}" dt="2025-10-02T10:49:49.398" v="635" actId="1076"/>
          <ac:spMkLst>
            <pc:docMk/>
            <pc:sldMk cId="2007634278" sldId="268"/>
            <ac:spMk id="6" creationId="{31B54351-9C46-3DBB-0DF7-EDA88B29D65E}"/>
          </ac:spMkLst>
        </pc:spChg>
        <pc:spChg chg="add del">
          <ac:chgData name="Pratik Garud" userId="7c33e62582ca2e36" providerId="LiveId" clId="{E8FC5618-F3BC-46C4-A216-714BB9D1CA6E}" dt="2025-10-02T10:07:15.942" v="251" actId="26606"/>
          <ac:spMkLst>
            <pc:docMk/>
            <pc:sldMk cId="2007634278" sldId="268"/>
            <ac:spMk id="9" creationId="{2B577FF9-3543-4875-815D-3D87BD8A2002}"/>
          </ac:spMkLst>
        </pc:spChg>
        <pc:spChg chg="add del">
          <ac:chgData name="Pratik Garud" userId="7c33e62582ca2e36" providerId="LiveId" clId="{E8FC5618-F3BC-46C4-A216-714BB9D1CA6E}" dt="2025-10-02T10:07:15.942" v="251" actId="26606"/>
          <ac:spMkLst>
            <pc:docMk/>
            <pc:sldMk cId="2007634278" sldId="268"/>
            <ac:spMk id="11" creationId="{F5569EEC-E12F-4856-B407-02B2813A4AA5}"/>
          </ac:spMkLst>
        </pc:spChg>
        <pc:spChg chg="add del">
          <ac:chgData name="Pratik Garud" userId="7c33e62582ca2e36" providerId="LiveId" clId="{E8FC5618-F3BC-46C4-A216-714BB9D1CA6E}" dt="2025-10-02T10:07:15.942" v="251" actId="26606"/>
          <ac:spMkLst>
            <pc:docMk/>
            <pc:sldMk cId="2007634278" sldId="268"/>
            <ac:spMk id="13" creationId="{CF860788-3A6A-45A3-B3F1-06F159665603}"/>
          </ac:spMkLst>
        </pc:spChg>
        <pc:spChg chg="add del">
          <ac:chgData name="Pratik Garud" userId="7c33e62582ca2e36" providerId="LiveId" clId="{E8FC5618-F3BC-46C4-A216-714BB9D1CA6E}" dt="2025-10-02T10:07:15.942" v="251" actId="26606"/>
          <ac:spMkLst>
            <pc:docMk/>
            <pc:sldMk cId="2007634278" sldId="268"/>
            <ac:spMk id="15" creationId="{DF1E3393-B852-4883-B778-ED3525112942}"/>
          </ac:spMkLst>
        </pc:spChg>
        <pc:spChg chg="add del">
          <ac:chgData name="Pratik Garud" userId="7c33e62582ca2e36" providerId="LiveId" clId="{E8FC5618-F3BC-46C4-A216-714BB9D1CA6E}" dt="2025-10-02T10:07:15.942" v="251" actId="26606"/>
          <ac:spMkLst>
            <pc:docMk/>
            <pc:sldMk cId="2007634278" sldId="268"/>
            <ac:spMk id="17" creationId="{39853D09-4205-4CC7-83EB-288E886AC9E4}"/>
          </ac:spMkLst>
        </pc:spChg>
        <pc:spChg chg="add del">
          <ac:chgData name="Pratik Garud" userId="7c33e62582ca2e36" providerId="LiveId" clId="{E8FC5618-F3BC-46C4-A216-714BB9D1CA6E}" dt="2025-10-02T10:07:15.942" v="251" actId="26606"/>
          <ac:spMkLst>
            <pc:docMk/>
            <pc:sldMk cId="2007634278" sldId="268"/>
            <ac:spMk id="19" creationId="{0D040B79-3E73-4A31-840D-D6B9C9FDFC46}"/>
          </ac:spMkLst>
        </pc:spChg>
        <pc:spChg chg="add del">
          <ac:chgData name="Pratik Garud" userId="7c33e62582ca2e36" providerId="LiveId" clId="{E8FC5618-F3BC-46C4-A216-714BB9D1CA6E}" dt="2025-10-02T10:07:15.942" v="251" actId="26606"/>
          <ac:spMkLst>
            <pc:docMk/>
            <pc:sldMk cId="2007634278" sldId="268"/>
            <ac:spMk id="21" creationId="{156C6AE5-3F8B-42AC-9EA4-1B686A11E93F}"/>
          </ac:spMkLst>
        </pc:spChg>
        <pc:spChg chg="add del">
          <ac:chgData name="Pratik Garud" userId="7c33e62582ca2e36" providerId="LiveId" clId="{E8FC5618-F3BC-46C4-A216-714BB9D1CA6E}" dt="2025-10-02T10:24:39.143" v="437" actId="26606"/>
          <ac:spMkLst>
            <pc:docMk/>
            <pc:sldMk cId="2007634278" sldId="268"/>
            <ac:spMk id="23" creationId="{19D32F93-50AC-4C46-A5DB-291C60DDB7BD}"/>
          </ac:spMkLst>
        </pc:spChg>
        <pc:spChg chg="add del">
          <ac:chgData name="Pratik Garud" userId="7c33e62582ca2e36" providerId="LiveId" clId="{E8FC5618-F3BC-46C4-A216-714BB9D1CA6E}" dt="2025-10-02T10:24:39.143" v="437" actId="26606"/>
          <ac:spMkLst>
            <pc:docMk/>
            <pc:sldMk cId="2007634278" sldId="268"/>
            <ac:spMk id="24" creationId="{827DC2C4-B485-428A-BF4A-472D2967F47F}"/>
          </ac:spMkLst>
        </pc:spChg>
        <pc:spChg chg="add del">
          <ac:chgData name="Pratik Garud" userId="7c33e62582ca2e36" providerId="LiveId" clId="{E8FC5618-F3BC-46C4-A216-714BB9D1CA6E}" dt="2025-10-02T10:24:39.143" v="437" actId="26606"/>
          <ac:spMkLst>
            <pc:docMk/>
            <pc:sldMk cId="2007634278" sldId="268"/>
            <ac:spMk id="25" creationId="{EE04B5EB-F158-4507-90DD-BD23620C7CC9}"/>
          </ac:spMkLst>
        </pc:spChg>
        <pc:spChg chg="add">
          <ac:chgData name="Pratik Garud" userId="7c33e62582ca2e36" providerId="LiveId" clId="{E8FC5618-F3BC-46C4-A216-714BB9D1CA6E}" dt="2025-10-02T10:24:39.143" v="437" actId="26606"/>
          <ac:spMkLst>
            <pc:docMk/>
            <pc:sldMk cId="2007634278" sldId="268"/>
            <ac:spMk id="30" creationId="{A8908DB7-C3A6-4FCB-9820-CEE02B398C4A}"/>
          </ac:spMkLst>
        </pc:spChg>
        <pc:spChg chg="add">
          <ac:chgData name="Pratik Garud" userId="7c33e62582ca2e36" providerId="LiveId" clId="{E8FC5618-F3BC-46C4-A216-714BB9D1CA6E}" dt="2025-10-02T10:24:39.143" v="437" actId="26606"/>
          <ac:spMkLst>
            <pc:docMk/>
            <pc:sldMk cId="2007634278" sldId="268"/>
            <ac:spMk id="32" creationId="{535742DD-1B16-4E9D-B715-0D74B4574A68}"/>
          </ac:spMkLst>
        </pc:spChg>
        <pc:picChg chg="add mod">
          <ac:chgData name="Pratik Garud" userId="7c33e62582ca2e36" providerId="LiveId" clId="{E8FC5618-F3BC-46C4-A216-714BB9D1CA6E}" dt="2025-10-02T10:49:42.873" v="633" actId="14100"/>
          <ac:picMkLst>
            <pc:docMk/>
            <pc:sldMk cId="2007634278" sldId="268"/>
            <ac:picMk id="4" creationId="{341D0375-D98A-460F-50CB-98067D22B94B}"/>
          </ac:picMkLst>
        </pc:picChg>
      </pc:sldChg>
      <pc:sldChg chg="addSp delSp modSp add mod setBg">
        <pc:chgData name="Pratik Garud" userId="7c33e62582ca2e36" providerId="LiveId" clId="{E8FC5618-F3BC-46C4-A216-714BB9D1CA6E}" dt="2025-10-02T10:51:20.973" v="646" actId="1076"/>
        <pc:sldMkLst>
          <pc:docMk/>
          <pc:sldMk cId="1469399206" sldId="269"/>
        </pc:sldMkLst>
        <pc:spChg chg="mod">
          <ac:chgData name="Pratik Garud" userId="7c33e62582ca2e36" providerId="LiveId" clId="{E8FC5618-F3BC-46C4-A216-714BB9D1CA6E}" dt="2025-10-02T10:50:15.137" v="639" actId="26606"/>
          <ac:spMkLst>
            <pc:docMk/>
            <pc:sldMk cId="1469399206" sldId="269"/>
            <ac:spMk id="2" creationId="{38A5B6B9-8045-C784-5B3D-2C9976D01C76}"/>
          </ac:spMkLst>
        </pc:spChg>
        <pc:spChg chg="add mod ord">
          <ac:chgData name="Pratik Garud" userId="7c33e62582ca2e36" providerId="LiveId" clId="{E8FC5618-F3BC-46C4-A216-714BB9D1CA6E}" dt="2025-10-02T10:51:20.973" v="646" actId="1076"/>
          <ac:spMkLst>
            <pc:docMk/>
            <pc:sldMk cId="1469399206" sldId="269"/>
            <ac:spMk id="8" creationId="{36DFBDCB-B566-D5A5-499E-37EDF9FC213C}"/>
          </ac:spMkLst>
        </pc:spChg>
        <pc:spChg chg="add del">
          <ac:chgData name="Pratik Garud" userId="7c33e62582ca2e36" providerId="LiveId" clId="{E8FC5618-F3BC-46C4-A216-714BB9D1CA6E}" dt="2025-10-02T10:08:06.024" v="260" actId="26606"/>
          <ac:spMkLst>
            <pc:docMk/>
            <pc:sldMk cId="1469399206" sldId="269"/>
            <ac:spMk id="11" creationId="{99ED5833-B85B-4103-8A3B-CAB0308E6C15}"/>
          </ac:spMkLst>
        </pc:spChg>
        <pc:spChg chg="add del">
          <ac:chgData name="Pratik Garud" userId="7c33e62582ca2e36" providerId="LiveId" clId="{E8FC5618-F3BC-46C4-A216-714BB9D1CA6E}" dt="2025-10-02T10:26:38.272" v="463" actId="26606"/>
          <ac:spMkLst>
            <pc:docMk/>
            <pc:sldMk cId="1469399206" sldId="269"/>
            <ac:spMk id="16" creationId="{99ED5833-B85B-4103-8A3B-CAB0308E6C15}"/>
          </ac:spMkLst>
        </pc:spChg>
        <pc:spChg chg="add del">
          <ac:chgData name="Pratik Garud" userId="7c33e62582ca2e36" providerId="LiveId" clId="{E8FC5618-F3BC-46C4-A216-714BB9D1CA6E}" dt="2025-10-02T10:26:38.250" v="462" actId="26606"/>
          <ac:spMkLst>
            <pc:docMk/>
            <pc:sldMk cId="1469399206" sldId="269"/>
            <ac:spMk id="21" creationId="{A2679492-7988-4050-9056-542444452411}"/>
          </ac:spMkLst>
        </pc:spChg>
        <pc:spChg chg="add del">
          <ac:chgData name="Pratik Garud" userId="7c33e62582ca2e36" providerId="LiveId" clId="{E8FC5618-F3BC-46C4-A216-714BB9D1CA6E}" dt="2025-10-02T10:26:38.250" v="462" actId="26606"/>
          <ac:spMkLst>
            <pc:docMk/>
            <pc:sldMk cId="1469399206" sldId="269"/>
            <ac:spMk id="23" creationId="{B5ABDEAA-B248-4182-B67C-A925338E772D}"/>
          </ac:spMkLst>
        </pc:spChg>
        <pc:spChg chg="add del">
          <ac:chgData name="Pratik Garud" userId="7c33e62582ca2e36" providerId="LiveId" clId="{E8FC5618-F3BC-46C4-A216-714BB9D1CA6E}" dt="2025-10-02T10:26:38.250" v="462" actId="26606"/>
          <ac:spMkLst>
            <pc:docMk/>
            <pc:sldMk cId="1469399206" sldId="269"/>
            <ac:spMk id="25" creationId="{B091B163-7D61-4891-ABCF-5C13D9C418D0}"/>
          </ac:spMkLst>
        </pc:spChg>
        <pc:spChg chg="add del">
          <ac:chgData name="Pratik Garud" userId="7c33e62582ca2e36" providerId="LiveId" clId="{E8FC5618-F3BC-46C4-A216-714BB9D1CA6E}" dt="2025-10-02T10:50:15.137" v="639" actId="26606"/>
          <ac:spMkLst>
            <pc:docMk/>
            <pc:sldMk cId="1469399206" sldId="269"/>
            <ac:spMk id="29" creationId="{352BEC0E-22F8-46D0-9632-375DB541B06C}"/>
          </ac:spMkLst>
        </pc:spChg>
        <pc:spChg chg="add del">
          <ac:chgData name="Pratik Garud" userId="7c33e62582ca2e36" providerId="LiveId" clId="{E8FC5618-F3BC-46C4-A216-714BB9D1CA6E}" dt="2025-10-02T10:50:15.137" v="639" actId="26606"/>
          <ac:spMkLst>
            <pc:docMk/>
            <pc:sldMk cId="1469399206" sldId="269"/>
            <ac:spMk id="30" creationId="{3FCFB1DE-0B7E-48CC-BA90-B2AB0889F9D6}"/>
          </ac:spMkLst>
        </pc:spChg>
        <pc:spChg chg="add del">
          <ac:chgData name="Pratik Garud" userId="7c33e62582ca2e36" providerId="LiveId" clId="{E8FC5618-F3BC-46C4-A216-714BB9D1CA6E}" dt="2025-10-02T10:50:15.137" v="639" actId="26606"/>
          <ac:spMkLst>
            <pc:docMk/>
            <pc:sldMk cId="1469399206" sldId="269"/>
            <ac:spMk id="35" creationId="{A7AE9375-4664-4DB2-922D-2782A6E439AC}"/>
          </ac:spMkLst>
        </pc:spChg>
        <pc:spChg chg="add del">
          <ac:chgData name="Pratik Garud" userId="7c33e62582ca2e36" providerId="LiveId" clId="{E8FC5618-F3BC-46C4-A216-714BB9D1CA6E}" dt="2025-10-02T10:50:15.137" v="639" actId="26606"/>
          <ac:spMkLst>
            <pc:docMk/>
            <pc:sldMk cId="1469399206" sldId="269"/>
            <ac:spMk id="39" creationId="{C87417AF-190E-4D6E-AFA6-7D3E84B0B430}"/>
          </ac:spMkLst>
        </pc:spChg>
        <pc:spChg chg="add del">
          <ac:chgData name="Pratik Garud" userId="7c33e62582ca2e36" providerId="LiveId" clId="{E8FC5618-F3BC-46C4-A216-714BB9D1CA6E}" dt="2025-10-02T10:50:15.137" v="639" actId="26606"/>
          <ac:spMkLst>
            <pc:docMk/>
            <pc:sldMk cId="1469399206" sldId="269"/>
            <ac:spMk id="41" creationId="{80B30ED8-273E-4C07-8568-2FE5CC5C483D}"/>
          </ac:spMkLst>
        </pc:spChg>
        <pc:picChg chg="add mod ord">
          <ac:chgData name="Pratik Garud" userId="7c33e62582ca2e36" providerId="LiveId" clId="{E8FC5618-F3BC-46C4-A216-714BB9D1CA6E}" dt="2025-10-02T10:50:26.487" v="642" actId="1076"/>
          <ac:picMkLst>
            <pc:docMk/>
            <pc:sldMk cId="1469399206" sldId="269"/>
            <ac:picMk id="4" creationId="{F0714BE9-4B7B-B911-3833-759F2E6B1629}"/>
          </ac:picMkLst>
        </pc:picChg>
        <pc:picChg chg="add mod">
          <ac:chgData name="Pratik Garud" userId="7c33e62582ca2e36" providerId="LiveId" clId="{E8FC5618-F3BC-46C4-A216-714BB9D1CA6E}" dt="2025-10-02T10:50:24.168" v="641" actId="14100"/>
          <ac:picMkLst>
            <pc:docMk/>
            <pc:sldMk cId="1469399206" sldId="269"/>
            <ac:picMk id="6" creationId="{9730225B-B3EA-9C29-2E42-CC1D6C21C4B3}"/>
          </ac:picMkLst>
        </pc:picChg>
        <pc:cxnChg chg="add del">
          <ac:chgData name="Pratik Garud" userId="7c33e62582ca2e36" providerId="LiveId" clId="{E8FC5618-F3BC-46C4-A216-714BB9D1CA6E}" dt="2025-10-02T10:26:38.250" v="462" actId="26606"/>
          <ac:cxnSpMkLst>
            <pc:docMk/>
            <pc:sldMk cId="1469399206" sldId="269"/>
            <ac:cxnSpMk id="27" creationId="{C49DA8F6-BCC1-4447-B54C-57856834B94B}"/>
          </ac:cxnSpMkLst>
        </pc:cxnChg>
        <pc:cxnChg chg="add del">
          <ac:chgData name="Pratik Garud" userId="7c33e62582ca2e36" providerId="LiveId" clId="{E8FC5618-F3BC-46C4-A216-714BB9D1CA6E}" dt="2025-10-02T10:50:15.137" v="639" actId="26606"/>
          <ac:cxnSpMkLst>
            <pc:docMk/>
            <pc:sldMk cId="1469399206" sldId="269"/>
            <ac:cxnSpMk id="37" creationId="{EE504C98-6397-41C1-A8D8-2D9C4ED307E0}"/>
          </ac:cxnSpMkLst>
        </pc:cxnChg>
      </pc:sldChg>
      <pc:sldChg chg="addSp delSp modSp add mod setBg">
        <pc:chgData name="Pratik Garud" userId="7c33e62582ca2e36" providerId="LiveId" clId="{E8FC5618-F3BC-46C4-A216-714BB9D1CA6E}" dt="2025-10-02T10:52:20.268" v="660" actId="1076"/>
        <pc:sldMkLst>
          <pc:docMk/>
          <pc:sldMk cId="688087035" sldId="270"/>
        </pc:sldMkLst>
        <pc:spChg chg="mod">
          <ac:chgData name="Pratik Garud" userId="7c33e62582ca2e36" providerId="LiveId" clId="{E8FC5618-F3BC-46C4-A216-714BB9D1CA6E}" dt="2025-10-02T10:51:59.428" v="653" actId="255"/>
          <ac:spMkLst>
            <pc:docMk/>
            <pc:sldMk cId="688087035" sldId="270"/>
            <ac:spMk id="2" creationId="{5E679D76-A3A8-E729-BF55-980CAB532B43}"/>
          </ac:spMkLst>
        </pc:spChg>
        <pc:spChg chg="add mod">
          <ac:chgData name="Pratik Garud" userId="7c33e62582ca2e36" providerId="LiveId" clId="{E8FC5618-F3BC-46C4-A216-714BB9D1CA6E}" dt="2025-10-02T10:52:16.204" v="659" actId="27636"/>
          <ac:spMkLst>
            <pc:docMk/>
            <pc:sldMk cId="688087035" sldId="270"/>
            <ac:spMk id="4" creationId="{2FEB0379-EA8A-AFA3-A48C-9D8884C75FCE}"/>
          </ac:spMkLst>
        </pc:spChg>
        <pc:spChg chg="add del">
          <ac:chgData name="Pratik Garud" userId="7c33e62582ca2e36" providerId="LiveId" clId="{E8FC5618-F3BC-46C4-A216-714BB9D1CA6E}" dt="2025-10-02T10:08:11.657" v="261" actId="26606"/>
          <ac:spMkLst>
            <pc:docMk/>
            <pc:sldMk cId="688087035" sldId="270"/>
            <ac:spMk id="10" creationId="{53F29798-D584-4792-9B62-3F5F5C36D619}"/>
          </ac:spMkLst>
        </pc:spChg>
        <pc:spChg chg="add del">
          <ac:chgData name="Pratik Garud" userId="7c33e62582ca2e36" providerId="LiveId" clId="{E8FC5618-F3BC-46C4-A216-714BB9D1CA6E}" dt="2025-10-02T10:51:40.642" v="648" actId="26606"/>
          <ac:spMkLst>
            <pc:docMk/>
            <pc:sldMk cId="688087035" sldId="270"/>
            <ac:spMk id="15" creationId="{91DC6ABD-215C-4EA8-A483-CEF5B99AB385}"/>
          </ac:spMkLst>
        </pc:spChg>
        <pc:spChg chg="add del">
          <ac:chgData name="Pratik Garud" userId="7c33e62582ca2e36" providerId="LiveId" clId="{E8FC5618-F3BC-46C4-A216-714BB9D1CA6E}" dt="2025-10-02T10:51:40.642" v="648" actId="26606"/>
          <ac:spMkLst>
            <pc:docMk/>
            <pc:sldMk cId="688087035" sldId="270"/>
            <ac:spMk id="21" creationId="{04357C93-F0CB-4A1C-8F77-4E9063789819}"/>
          </ac:spMkLst>
        </pc:spChg>
        <pc:spChg chg="add">
          <ac:chgData name="Pratik Garud" userId="7c33e62582ca2e36" providerId="LiveId" clId="{E8FC5618-F3BC-46C4-A216-714BB9D1CA6E}" dt="2025-10-02T10:51:40.642" v="648" actId="26606"/>
          <ac:spMkLst>
            <pc:docMk/>
            <pc:sldMk cId="688087035" sldId="270"/>
            <ac:spMk id="26" creationId="{A8908DB7-C3A6-4FCB-9820-CEE02B398C4A}"/>
          </ac:spMkLst>
        </pc:spChg>
        <pc:spChg chg="add">
          <ac:chgData name="Pratik Garud" userId="7c33e62582ca2e36" providerId="LiveId" clId="{E8FC5618-F3BC-46C4-A216-714BB9D1CA6E}" dt="2025-10-02T10:51:40.642" v="648" actId="26606"/>
          <ac:spMkLst>
            <pc:docMk/>
            <pc:sldMk cId="688087035" sldId="270"/>
            <ac:spMk id="28" creationId="{535742DD-1B16-4E9D-B715-0D74B4574A68}"/>
          </ac:spMkLst>
        </pc:spChg>
        <pc:grpChg chg="add del">
          <ac:chgData name="Pratik Garud" userId="7c33e62582ca2e36" providerId="LiveId" clId="{E8FC5618-F3BC-46C4-A216-714BB9D1CA6E}" dt="2025-10-02T10:51:40.642" v="648" actId="26606"/>
          <ac:grpSpMkLst>
            <pc:docMk/>
            <pc:sldMk cId="688087035" sldId="270"/>
            <ac:grpSpMk id="17" creationId="{3AF6A671-C637-4547-85F4-51B6D1881399}"/>
          </ac:grpSpMkLst>
        </pc:grpChg>
        <pc:picChg chg="add del mod">
          <ac:chgData name="Pratik Garud" userId="7c33e62582ca2e36" providerId="LiveId" clId="{E8FC5618-F3BC-46C4-A216-714BB9D1CA6E}" dt="2025-10-02T10:03:59.490" v="215" actId="21"/>
          <ac:picMkLst>
            <pc:docMk/>
            <pc:sldMk cId="688087035" sldId="270"/>
            <ac:picMk id="4" creationId="{DEAE2E4C-679C-48BC-AFCD-6E2B5C0649F9}"/>
          </ac:picMkLst>
        </pc:picChg>
        <pc:picChg chg="add mod">
          <ac:chgData name="Pratik Garud" userId="7c33e62582ca2e36" providerId="LiveId" clId="{E8FC5618-F3BC-46C4-A216-714BB9D1CA6E}" dt="2025-10-02T10:52:20.268" v="660" actId="1076"/>
          <ac:picMkLst>
            <pc:docMk/>
            <pc:sldMk cId="688087035" sldId="270"/>
            <ac:picMk id="5" creationId="{DEAE2E4C-679C-48BC-AFCD-6E2B5C0649F9}"/>
          </ac:picMkLst>
        </pc:picChg>
      </pc:sldChg>
      <pc:sldChg chg="addSp delSp modSp add mod ord setBg">
        <pc:chgData name="Pratik Garud" userId="7c33e62582ca2e36" providerId="LiveId" clId="{E8FC5618-F3BC-46C4-A216-714BB9D1CA6E}" dt="2025-10-02T10:56:32.490" v="742" actId="20577"/>
        <pc:sldMkLst>
          <pc:docMk/>
          <pc:sldMk cId="2700926040" sldId="271"/>
        </pc:sldMkLst>
        <pc:spChg chg="mod">
          <ac:chgData name="Pratik Garud" userId="7c33e62582ca2e36" providerId="LiveId" clId="{E8FC5618-F3BC-46C4-A216-714BB9D1CA6E}" dt="2025-10-02T10:56:32.490" v="742" actId="20577"/>
          <ac:spMkLst>
            <pc:docMk/>
            <pc:sldMk cId="2700926040" sldId="271"/>
            <ac:spMk id="2" creationId="{FE207106-4F5A-971D-5D0B-67A64CDC455C}"/>
          </ac:spMkLst>
        </pc:spChg>
        <pc:spChg chg="add mod">
          <ac:chgData name="Pratik Garud" userId="7c33e62582ca2e36" providerId="LiveId" clId="{E8FC5618-F3BC-46C4-A216-714BB9D1CA6E}" dt="2025-10-02T10:56:00.981" v="732" actId="1076"/>
          <ac:spMkLst>
            <pc:docMk/>
            <pc:sldMk cId="2700926040" sldId="271"/>
            <ac:spMk id="5" creationId="{A93EA553-1219-5F29-E948-ACAA8A5EDAC7}"/>
          </ac:spMkLst>
        </pc:spChg>
        <pc:spChg chg="add del">
          <ac:chgData name="Pratik Garud" userId="7c33e62582ca2e36" providerId="LiveId" clId="{E8FC5618-F3BC-46C4-A216-714BB9D1CA6E}" dt="2025-10-02T10:09:47.501" v="281" actId="26606"/>
          <ac:spMkLst>
            <pc:docMk/>
            <pc:sldMk cId="2700926040" sldId="271"/>
            <ac:spMk id="9" creationId="{91DC6ABD-215C-4EA8-A483-CEF5B99AB385}"/>
          </ac:spMkLst>
        </pc:spChg>
        <pc:spChg chg="add del">
          <ac:chgData name="Pratik Garud" userId="7c33e62582ca2e36" providerId="LiveId" clId="{E8FC5618-F3BC-46C4-A216-714BB9D1CA6E}" dt="2025-10-02T10:09:47.501" v="281" actId="26606"/>
          <ac:spMkLst>
            <pc:docMk/>
            <pc:sldMk cId="2700926040" sldId="271"/>
            <ac:spMk id="15" creationId="{04357C93-F0CB-4A1C-8F77-4E9063789819}"/>
          </ac:spMkLst>
        </pc:spChg>
        <pc:spChg chg="add del">
          <ac:chgData name="Pratik Garud" userId="7c33e62582ca2e36" providerId="LiveId" clId="{E8FC5618-F3BC-46C4-A216-714BB9D1CA6E}" dt="2025-10-02T10:09:51.441" v="285" actId="26606"/>
          <ac:spMkLst>
            <pc:docMk/>
            <pc:sldMk cId="2700926040" sldId="271"/>
            <ac:spMk id="16" creationId="{B81933D1-5615-42C7-9C0B-4EB7105CCE2D}"/>
          </ac:spMkLst>
        </pc:spChg>
        <pc:spChg chg="add del">
          <ac:chgData name="Pratik Garud" userId="7c33e62582ca2e36" providerId="LiveId" clId="{E8FC5618-F3BC-46C4-A216-714BB9D1CA6E}" dt="2025-10-02T10:09:50.498" v="283" actId="26606"/>
          <ac:spMkLst>
            <pc:docMk/>
            <pc:sldMk cId="2700926040" sldId="271"/>
            <ac:spMk id="17" creationId="{9180DE06-7362-4888-AADA-7AADD57AC49D}"/>
          </ac:spMkLst>
        </pc:spChg>
        <pc:spChg chg="add del">
          <ac:chgData name="Pratik Garud" userId="7c33e62582ca2e36" providerId="LiveId" clId="{E8FC5618-F3BC-46C4-A216-714BB9D1CA6E}" dt="2025-10-02T10:09:50.498" v="283" actId="26606"/>
          <ac:spMkLst>
            <pc:docMk/>
            <pc:sldMk cId="2700926040" sldId="271"/>
            <ac:spMk id="20" creationId="{04357C93-F0CB-4A1C-8F77-4E9063789819}"/>
          </ac:spMkLst>
        </pc:spChg>
        <pc:spChg chg="add del">
          <ac:chgData name="Pratik Garud" userId="7c33e62582ca2e36" providerId="LiveId" clId="{E8FC5618-F3BC-46C4-A216-714BB9D1CA6E}" dt="2025-10-02T10:09:51.441" v="285" actId="26606"/>
          <ac:spMkLst>
            <pc:docMk/>
            <pc:sldMk cId="2700926040" sldId="271"/>
            <ac:spMk id="22" creationId="{47942995-B07F-4636-9A06-C6A104B260A8}"/>
          </ac:spMkLst>
        </pc:spChg>
        <pc:spChg chg="add del">
          <ac:chgData name="Pratik Garud" userId="7c33e62582ca2e36" providerId="LiveId" clId="{E8FC5618-F3BC-46C4-A216-714BB9D1CA6E}" dt="2025-10-02T10:09:51.441" v="285" actId="26606"/>
          <ac:spMkLst>
            <pc:docMk/>
            <pc:sldMk cId="2700926040" sldId="271"/>
            <ac:spMk id="24" creationId="{19C9EAEA-39D0-4B0E-A0EB-51E7B26740B1}"/>
          </ac:spMkLst>
        </pc:spChg>
        <pc:spChg chg="add del">
          <ac:chgData name="Pratik Garud" userId="7c33e62582ca2e36" providerId="LiveId" clId="{E8FC5618-F3BC-46C4-A216-714BB9D1CA6E}" dt="2025-10-02T10:54:03.898" v="681" actId="26606"/>
          <ac:spMkLst>
            <pc:docMk/>
            <pc:sldMk cId="2700926040" sldId="271"/>
            <ac:spMk id="26" creationId="{B7BD7FCF-A254-4A97-A15C-319B67622677}"/>
          </ac:spMkLst>
        </pc:spChg>
        <pc:spChg chg="add del">
          <ac:chgData name="Pratik Garud" userId="7c33e62582ca2e36" providerId="LiveId" clId="{E8FC5618-F3BC-46C4-A216-714BB9D1CA6E}" dt="2025-10-02T10:54:03.898" v="681" actId="26606"/>
          <ac:spMkLst>
            <pc:docMk/>
            <pc:sldMk cId="2700926040" sldId="271"/>
            <ac:spMk id="27" creationId="{52FFAF72-6204-4676-9C6F-9A4CC4D91805}"/>
          </ac:spMkLst>
        </pc:spChg>
        <pc:spChg chg="add">
          <ac:chgData name="Pratik Garud" userId="7c33e62582ca2e36" providerId="LiveId" clId="{E8FC5618-F3BC-46C4-A216-714BB9D1CA6E}" dt="2025-10-02T10:54:03.898" v="681" actId="26606"/>
          <ac:spMkLst>
            <pc:docMk/>
            <pc:sldMk cId="2700926040" sldId="271"/>
            <ac:spMk id="32" creationId="{A8908DB7-C3A6-4FCB-9820-CEE02B398C4A}"/>
          </ac:spMkLst>
        </pc:spChg>
        <pc:spChg chg="add">
          <ac:chgData name="Pratik Garud" userId="7c33e62582ca2e36" providerId="LiveId" clId="{E8FC5618-F3BC-46C4-A216-714BB9D1CA6E}" dt="2025-10-02T10:54:03.898" v="681" actId="26606"/>
          <ac:spMkLst>
            <pc:docMk/>
            <pc:sldMk cId="2700926040" sldId="271"/>
            <ac:spMk id="34" creationId="{535742DD-1B16-4E9D-B715-0D74B4574A68}"/>
          </ac:spMkLst>
        </pc:spChg>
        <pc:grpChg chg="add del">
          <ac:chgData name="Pratik Garud" userId="7c33e62582ca2e36" providerId="LiveId" clId="{E8FC5618-F3BC-46C4-A216-714BB9D1CA6E}" dt="2025-10-02T10:09:47.501" v="281" actId="26606"/>
          <ac:grpSpMkLst>
            <pc:docMk/>
            <pc:sldMk cId="2700926040" sldId="271"/>
            <ac:grpSpMk id="11" creationId="{3AF6A671-C637-4547-85F4-51B6D1881399}"/>
          </ac:grpSpMkLst>
        </pc:grpChg>
        <pc:grpChg chg="add del">
          <ac:chgData name="Pratik Garud" userId="7c33e62582ca2e36" providerId="LiveId" clId="{E8FC5618-F3BC-46C4-A216-714BB9D1CA6E}" dt="2025-10-02T10:09:50.498" v="283" actId="26606"/>
          <ac:grpSpMkLst>
            <pc:docMk/>
            <pc:sldMk cId="2700926040" sldId="271"/>
            <ac:grpSpMk id="18" creationId="{3AF6A671-C637-4547-85F4-51B6D1881399}"/>
          </ac:grpSpMkLst>
        </pc:grpChg>
        <pc:grpChg chg="add del">
          <ac:chgData name="Pratik Garud" userId="7c33e62582ca2e36" providerId="LiveId" clId="{E8FC5618-F3BC-46C4-A216-714BB9D1CA6E}" dt="2025-10-02T10:09:51.441" v="285" actId="26606"/>
          <ac:grpSpMkLst>
            <pc:docMk/>
            <pc:sldMk cId="2700926040" sldId="271"/>
            <ac:grpSpMk id="23" creationId="{032D8612-31EB-44CF-A1D0-14FD4C705424}"/>
          </ac:grpSpMkLst>
        </pc:grpChg>
        <pc:picChg chg="add mod">
          <ac:chgData name="Pratik Garud" userId="7c33e62582ca2e36" providerId="LiveId" clId="{E8FC5618-F3BC-46C4-A216-714BB9D1CA6E}" dt="2025-10-02T10:56:04.951" v="734" actId="1076"/>
          <ac:picMkLst>
            <pc:docMk/>
            <pc:sldMk cId="2700926040" sldId="271"/>
            <ac:picMk id="4" creationId="{744D5540-E0C8-F9B3-98A7-6BC87F98423B}"/>
          </ac:picMkLst>
        </pc:picChg>
      </pc:sldChg>
      <pc:sldChg chg="addSp delSp modSp add mod setBg addAnim delAnim">
        <pc:chgData name="Pratik Garud" userId="7c33e62582ca2e36" providerId="LiveId" clId="{E8FC5618-F3BC-46C4-A216-714BB9D1CA6E}" dt="2025-10-02T10:53:50.499" v="680" actId="14100"/>
        <pc:sldMkLst>
          <pc:docMk/>
          <pc:sldMk cId="200975198" sldId="272"/>
        </pc:sldMkLst>
        <pc:spChg chg="mod">
          <ac:chgData name="Pratik Garud" userId="7c33e62582ca2e36" providerId="LiveId" clId="{E8FC5618-F3BC-46C4-A216-714BB9D1CA6E}" dt="2025-10-02T10:53:47.303" v="679" actId="14100"/>
          <ac:spMkLst>
            <pc:docMk/>
            <pc:sldMk cId="200975198" sldId="272"/>
            <ac:spMk id="2" creationId="{6BA11831-C453-8CDA-4FEE-5B415F18395A}"/>
          </ac:spMkLst>
        </pc:spChg>
        <pc:spChg chg="add mod ord">
          <ac:chgData name="Pratik Garud" userId="7c33e62582ca2e36" providerId="LiveId" clId="{E8FC5618-F3BC-46C4-A216-714BB9D1CA6E}" dt="2025-10-02T10:53:50.499" v="680" actId="14100"/>
          <ac:spMkLst>
            <pc:docMk/>
            <pc:sldMk cId="200975198" sldId="272"/>
            <ac:spMk id="5" creationId="{CA32FAE7-E8BE-3BC4-120E-0DF06F79401A}"/>
          </ac:spMkLst>
        </pc:spChg>
        <pc:spChg chg="add del">
          <ac:chgData name="Pratik Garud" userId="7c33e62582ca2e36" providerId="LiveId" clId="{E8FC5618-F3BC-46C4-A216-714BB9D1CA6E}" dt="2025-10-02T10:03:10.832" v="200" actId="26606"/>
          <ac:spMkLst>
            <pc:docMk/>
            <pc:sldMk cId="200975198" sldId="272"/>
            <ac:spMk id="11" creationId="{FB33DC6A-1F1C-4A06-834E-CFF88F1C0BB9}"/>
          </ac:spMkLst>
        </pc:spChg>
        <pc:spChg chg="add del">
          <ac:chgData name="Pratik Garud" userId="7c33e62582ca2e36" providerId="LiveId" clId="{E8FC5618-F3BC-46C4-A216-714BB9D1CA6E}" dt="2025-10-02T10:03:10.832" v="200" actId="26606"/>
          <ac:spMkLst>
            <pc:docMk/>
            <pc:sldMk cId="200975198" sldId="272"/>
            <ac:spMk id="13" creationId="{0FE1D5CF-87B8-4A8A-AD3C-01D06A60769B}"/>
          </ac:spMkLst>
        </pc:spChg>
        <pc:spChg chg="add del">
          <ac:chgData name="Pratik Garud" userId="7c33e62582ca2e36" providerId="LiveId" clId="{E8FC5618-F3BC-46C4-A216-714BB9D1CA6E}" dt="2025-10-02T10:03:10.832" v="200" actId="26606"/>
          <ac:spMkLst>
            <pc:docMk/>
            <pc:sldMk cId="200975198" sldId="272"/>
            <ac:spMk id="15" creationId="{60926200-45C2-41E9-839F-31CD5FE4CD59}"/>
          </ac:spMkLst>
        </pc:spChg>
        <pc:spChg chg="add del">
          <ac:chgData name="Pratik Garud" userId="7c33e62582ca2e36" providerId="LiveId" clId="{E8FC5618-F3BC-46C4-A216-714BB9D1CA6E}" dt="2025-10-02T10:03:10.832" v="200" actId="26606"/>
          <ac:spMkLst>
            <pc:docMk/>
            <pc:sldMk cId="200975198" sldId="272"/>
            <ac:spMk id="17" creationId="{AF2F604E-43BE-4DC3-B983-E071523364F8}"/>
          </ac:spMkLst>
        </pc:spChg>
        <pc:spChg chg="add del">
          <ac:chgData name="Pratik Garud" userId="7c33e62582ca2e36" providerId="LiveId" clId="{E8FC5618-F3BC-46C4-A216-714BB9D1CA6E}" dt="2025-10-02T10:03:12.290" v="202" actId="26606"/>
          <ac:spMkLst>
            <pc:docMk/>
            <pc:sldMk cId="200975198" sldId="272"/>
            <ac:spMk id="18" creationId="{B81933D1-5615-42C7-9C0B-4EB7105CCE2D}"/>
          </ac:spMkLst>
        </pc:spChg>
        <pc:spChg chg="add del">
          <ac:chgData name="Pratik Garud" userId="7c33e62582ca2e36" providerId="LiveId" clId="{E8FC5618-F3BC-46C4-A216-714BB9D1CA6E}" dt="2025-10-02T10:03:10.832" v="200" actId="26606"/>
          <ac:spMkLst>
            <pc:docMk/>
            <pc:sldMk cId="200975198" sldId="272"/>
            <ac:spMk id="19" creationId="{08C9B587-E65E-4B52-B37C-ABEBB6E87928}"/>
          </ac:spMkLst>
        </pc:spChg>
        <pc:spChg chg="add del">
          <ac:chgData name="Pratik Garud" userId="7c33e62582ca2e36" providerId="LiveId" clId="{E8FC5618-F3BC-46C4-A216-714BB9D1CA6E}" dt="2025-10-02T10:03:12.290" v="202" actId="26606"/>
          <ac:spMkLst>
            <pc:docMk/>
            <pc:sldMk cId="200975198" sldId="272"/>
            <ac:spMk id="20" creationId="{B089A89A-1E9C-4761-9DFF-53C275FBF870}"/>
          </ac:spMkLst>
        </pc:spChg>
        <pc:spChg chg="add del">
          <ac:chgData name="Pratik Garud" userId="7c33e62582ca2e36" providerId="LiveId" clId="{E8FC5618-F3BC-46C4-A216-714BB9D1CA6E}" dt="2025-10-02T10:03:12.290" v="202" actId="26606"/>
          <ac:spMkLst>
            <pc:docMk/>
            <pc:sldMk cId="200975198" sldId="272"/>
            <ac:spMk id="21" creationId="{E18F6E8B-15ED-43C7-94BA-91549A651C73}"/>
          </ac:spMkLst>
        </pc:spChg>
        <pc:spChg chg="add del">
          <ac:chgData name="Pratik Garud" userId="7c33e62582ca2e36" providerId="LiveId" clId="{E8FC5618-F3BC-46C4-A216-714BB9D1CA6E}" dt="2025-10-02T10:03:12.290" v="202" actId="26606"/>
          <ac:spMkLst>
            <pc:docMk/>
            <pc:sldMk cId="200975198" sldId="272"/>
            <ac:spMk id="22" creationId="{19C9EAEA-39D0-4B0E-A0EB-51E7B26740B1}"/>
          </ac:spMkLst>
        </pc:spChg>
        <pc:spChg chg="add del">
          <ac:chgData name="Pratik Garud" userId="7c33e62582ca2e36" providerId="LiveId" clId="{E8FC5618-F3BC-46C4-A216-714BB9D1CA6E}" dt="2025-10-02T10:03:14.382" v="205" actId="26606"/>
          <ac:spMkLst>
            <pc:docMk/>
            <pc:sldMk cId="200975198" sldId="272"/>
            <ac:spMk id="26" creationId="{F8446B12-7391-4711-8B31-112A0B896C76}"/>
          </ac:spMkLst>
        </pc:spChg>
        <pc:spChg chg="add del">
          <ac:chgData name="Pratik Garud" userId="7c33e62582ca2e36" providerId="LiveId" clId="{E8FC5618-F3BC-46C4-A216-714BB9D1CA6E}" dt="2025-10-02T10:08:18.258" v="262" actId="26606"/>
          <ac:spMkLst>
            <pc:docMk/>
            <pc:sldMk cId="200975198" sldId="272"/>
            <ac:spMk id="31" creationId="{99ED5833-B85B-4103-8A3B-CAB0308E6C15}"/>
          </ac:spMkLst>
        </pc:spChg>
        <pc:spChg chg="add del">
          <ac:chgData name="Pratik Garud" userId="7c33e62582ca2e36" providerId="LiveId" clId="{E8FC5618-F3BC-46C4-A216-714BB9D1CA6E}" dt="2025-10-02T10:52:42.976" v="663" actId="26606"/>
          <ac:spMkLst>
            <pc:docMk/>
            <pc:sldMk cId="200975198" sldId="272"/>
            <ac:spMk id="36" creationId="{99ED5833-B85B-4103-8A3B-CAB0308E6C15}"/>
          </ac:spMkLst>
        </pc:spChg>
        <pc:spChg chg="add">
          <ac:chgData name="Pratik Garud" userId="7c33e62582ca2e36" providerId="LiveId" clId="{E8FC5618-F3BC-46C4-A216-714BB9D1CA6E}" dt="2025-10-02T10:52:42.976" v="663" actId="26606"/>
          <ac:spMkLst>
            <pc:docMk/>
            <pc:sldMk cId="200975198" sldId="272"/>
            <ac:spMk id="41" creationId="{69D47016-023F-44BD-981C-50E7A10A6609}"/>
          </ac:spMkLst>
        </pc:spChg>
        <pc:spChg chg="add">
          <ac:chgData name="Pratik Garud" userId="7c33e62582ca2e36" providerId="LiveId" clId="{E8FC5618-F3BC-46C4-A216-714BB9D1CA6E}" dt="2025-10-02T10:52:42.976" v="663" actId="26606"/>
          <ac:spMkLst>
            <pc:docMk/>
            <pc:sldMk cId="200975198" sldId="272"/>
            <ac:spMk id="43" creationId="{6D8B37B0-0682-433E-BC8D-498C04ABD9A7}"/>
          </ac:spMkLst>
        </pc:spChg>
        <pc:grpChg chg="add del">
          <ac:chgData name="Pratik Garud" userId="7c33e62582ca2e36" providerId="LiveId" clId="{E8FC5618-F3BC-46C4-A216-714BB9D1CA6E}" dt="2025-10-02T10:03:12.290" v="202" actId="26606"/>
          <ac:grpSpMkLst>
            <pc:docMk/>
            <pc:sldMk cId="200975198" sldId="272"/>
            <ac:grpSpMk id="23" creationId="{032D8612-31EB-44CF-A1D0-14FD4C705424}"/>
          </ac:grpSpMkLst>
        </pc:grpChg>
        <pc:grpChg chg="add del">
          <ac:chgData name="Pratik Garud" userId="7c33e62582ca2e36" providerId="LiveId" clId="{E8FC5618-F3BC-46C4-A216-714BB9D1CA6E}" dt="2025-10-02T10:03:14.382" v="205" actId="26606"/>
          <ac:grpSpMkLst>
            <pc:docMk/>
            <pc:sldMk cId="200975198" sldId="272"/>
            <ac:grpSpMk id="27" creationId="{AC0B7807-0C83-4963-821A-69B172722E49}"/>
          </ac:grpSpMkLst>
        </pc:grpChg>
        <pc:picChg chg="add mod">
          <ac:chgData name="Pratik Garud" userId="7c33e62582ca2e36" providerId="LiveId" clId="{E8FC5618-F3BC-46C4-A216-714BB9D1CA6E}" dt="2025-10-02T10:53:43.837" v="678" actId="1076"/>
          <ac:picMkLst>
            <pc:docMk/>
            <pc:sldMk cId="200975198" sldId="272"/>
            <ac:picMk id="4" creationId="{AFDBA14F-ABA7-BA91-5C3B-481BD5AD82A3}"/>
          </ac:picMkLst>
        </pc:picChg>
        <pc:picChg chg="add mod">
          <ac:chgData name="Pratik Garud" userId="7c33e62582ca2e36" providerId="LiveId" clId="{E8FC5618-F3BC-46C4-A216-714BB9D1CA6E}" dt="2025-10-02T10:53:41.612" v="677" actId="1076"/>
          <ac:picMkLst>
            <pc:docMk/>
            <pc:sldMk cId="200975198" sldId="272"/>
            <ac:picMk id="6" creationId="{2A0385EB-D36E-269E-11E2-BBC0E4C7D0B5}"/>
          </ac:picMkLst>
        </pc:picChg>
      </pc:sldChg>
      <pc:sldChg chg="addSp delSp modSp new mod setBg">
        <pc:chgData name="Pratik Garud" userId="7c33e62582ca2e36" providerId="LiveId" clId="{E8FC5618-F3BC-46C4-A216-714BB9D1CA6E}" dt="2025-10-02T18:00:34.622" v="1258"/>
        <pc:sldMkLst>
          <pc:docMk/>
          <pc:sldMk cId="3906133816" sldId="273"/>
        </pc:sldMkLst>
        <pc:spChg chg="mod">
          <ac:chgData name="Pratik Garud" userId="7c33e62582ca2e36" providerId="LiveId" clId="{E8FC5618-F3BC-46C4-A216-714BB9D1CA6E}" dt="2025-10-02T10:58:11.192" v="770" actId="1076"/>
          <ac:spMkLst>
            <pc:docMk/>
            <pc:sldMk cId="3906133816" sldId="273"/>
            <ac:spMk id="2" creationId="{149759E9-CF2F-7090-25E6-CFDB17ADAA39}"/>
          </ac:spMkLst>
        </pc:spChg>
        <pc:spChg chg="add mod ord">
          <ac:chgData name="Pratik Garud" userId="7c33e62582ca2e36" providerId="LiveId" clId="{E8FC5618-F3BC-46C4-A216-714BB9D1CA6E}" dt="2025-10-02T10:58:18.481" v="772" actId="1076"/>
          <ac:spMkLst>
            <pc:docMk/>
            <pc:sldMk cId="3906133816" sldId="273"/>
            <ac:spMk id="5" creationId="{E4629959-6DCC-358A-7EC8-208E92B5C266}"/>
          </ac:spMkLst>
        </pc:spChg>
        <pc:spChg chg="add del">
          <ac:chgData name="Pratik Garud" userId="7c33e62582ca2e36" providerId="LiveId" clId="{E8FC5618-F3BC-46C4-A216-714BB9D1CA6E}" dt="2025-10-02T10:11:57.956" v="309" actId="26606"/>
          <ac:spMkLst>
            <pc:docMk/>
            <pc:sldMk cId="3906133816" sldId="273"/>
            <ac:spMk id="11" creationId="{99ED5833-B85B-4103-8A3B-CAB0308E6C15}"/>
          </ac:spMkLst>
        </pc:spChg>
        <pc:spChg chg="add del">
          <ac:chgData name="Pratik Garud" userId="7c33e62582ca2e36" providerId="LiveId" clId="{E8FC5618-F3BC-46C4-A216-714BB9D1CA6E}" dt="2025-10-02T10:56:47.892" v="745" actId="26606"/>
          <ac:spMkLst>
            <pc:docMk/>
            <pc:sldMk cId="3906133816" sldId="273"/>
            <ac:spMk id="13" creationId="{D6A9C53F-5F90-40A5-8C85-5412D39C8C68}"/>
          </ac:spMkLst>
        </pc:spChg>
        <pc:spChg chg="add del">
          <ac:chgData name="Pratik Garud" userId="7c33e62582ca2e36" providerId="LiveId" clId="{E8FC5618-F3BC-46C4-A216-714BB9D1CA6E}" dt="2025-10-02T10:56:47.892" v="745" actId="26606"/>
          <ac:spMkLst>
            <pc:docMk/>
            <pc:sldMk cId="3906133816" sldId="273"/>
            <ac:spMk id="14" creationId="{C4879EFC-8E62-4E00-973C-C45EE9EC676D}"/>
          </ac:spMkLst>
        </pc:spChg>
        <pc:spChg chg="add del">
          <ac:chgData name="Pratik Garud" userId="7c33e62582ca2e36" providerId="LiveId" clId="{E8FC5618-F3BC-46C4-A216-714BB9D1CA6E}" dt="2025-10-02T10:56:47.876" v="744" actId="26606"/>
          <ac:spMkLst>
            <pc:docMk/>
            <pc:sldMk cId="3906133816" sldId="273"/>
            <ac:spMk id="19" creationId="{352BEC0E-22F8-46D0-9632-375DB541B06C}"/>
          </ac:spMkLst>
        </pc:spChg>
        <pc:spChg chg="add del">
          <ac:chgData name="Pratik Garud" userId="7c33e62582ca2e36" providerId="LiveId" clId="{E8FC5618-F3BC-46C4-A216-714BB9D1CA6E}" dt="2025-10-02T10:56:47.876" v="744" actId="26606"/>
          <ac:spMkLst>
            <pc:docMk/>
            <pc:sldMk cId="3906133816" sldId="273"/>
            <ac:spMk id="21" creationId="{3FCFB1DE-0B7E-48CC-BA90-B2AB0889F9D6}"/>
          </ac:spMkLst>
        </pc:spChg>
        <pc:spChg chg="add">
          <ac:chgData name="Pratik Garud" userId="7c33e62582ca2e36" providerId="LiveId" clId="{E8FC5618-F3BC-46C4-A216-714BB9D1CA6E}" dt="2025-10-02T10:56:47.892" v="745" actId="26606"/>
          <ac:spMkLst>
            <pc:docMk/>
            <pc:sldMk cId="3906133816" sldId="273"/>
            <ac:spMk id="23" creationId="{69D47016-023F-44BD-981C-50E7A10A6609}"/>
          </ac:spMkLst>
        </pc:spChg>
        <pc:spChg chg="add">
          <ac:chgData name="Pratik Garud" userId="7c33e62582ca2e36" providerId="LiveId" clId="{E8FC5618-F3BC-46C4-A216-714BB9D1CA6E}" dt="2025-10-02T10:56:47.892" v="745" actId="26606"/>
          <ac:spMkLst>
            <pc:docMk/>
            <pc:sldMk cId="3906133816" sldId="273"/>
            <ac:spMk id="24" creationId="{6D8B37B0-0682-433E-BC8D-498C04ABD9A7}"/>
          </ac:spMkLst>
        </pc:spChg>
        <pc:picChg chg="add mod">
          <ac:chgData name="Pratik Garud" userId="7c33e62582ca2e36" providerId="LiveId" clId="{E8FC5618-F3BC-46C4-A216-714BB9D1CA6E}" dt="2025-10-02T18:00:34.622" v="1258"/>
          <ac:picMkLst>
            <pc:docMk/>
            <pc:sldMk cId="3906133816" sldId="273"/>
            <ac:picMk id="3" creationId="{9CAF1244-8451-F6F8-A856-D67867C8A0AF}"/>
          </ac:picMkLst>
        </pc:picChg>
        <pc:picChg chg="add mod ord">
          <ac:chgData name="Pratik Garud" userId="7c33e62582ca2e36" providerId="LiveId" clId="{E8FC5618-F3BC-46C4-A216-714BB9D1CA6E}" dt="2025-10-02T10:57:55.950" v="767" actId="1076"/>
          <ac:picMkLst>
            <pc:docMk/>
            <pc:sldMk cId="3906133816" sldId="273"/>
            <ac:picMk id="4" creationId="{3A8E0FE2-2600-E52F-3E2B-06168DC6AE49}"/>
          </ac:picMkLst>
        </pc:picChg>
        <pc:picChg chg="add mod">
          <ac:chgData name="Pratik Garud" userId="7c33e62582ca2e36" providerId="LiveId" clId="{E8FC5618-F3BC-46C4-A216-714BB9D1CA6E}" dt="2025-10-02T10:58:03.858" v="769" actId="1076"/>
          <ac:picMkLst>
            <pc:docMk/>
            <pc:sldMk cId="3906133816" sldId="273"/>
            <ac:picMk id="6" creationId="{924CC848-D900-EAD9-2FE0-877A8656464E}"/>
          </ac:picMkLst>
        </pc:picChg>
      </pc:sldChg>
      <pc:sldChg chg="addSp delSp modSp new mod setBg">
        <pc:chgData name="Pratik Garud" userId="7c33e62582ca2e36" providerId="LiveId" clId="{E8FC5618-F3BC-46C4-A216-714BB9D1CA6E}" dt="2025-10-02T10:59:31.485" v="797" actId="1076"/>
        <pc:sldMkLst>
          <pc:docMk/>
          <pc:sldMk cId="4203772882" sldId="274"/>
        </pc:sldMkLst>
        <pc:spChg chg="mod">
          <ac:chgData name="Pratik Garud" userId="7c33e62582ca2e36" providerId="LiveId" clId="{E8FC5618-F3BC-46C4-A216-714BB9D1CA6E}" dt="2025-10-02T10:59:25.604" v="796" actId="14100"/>
          <ac:spMkLst>
            <pc:docMk/>
            <pc:sldMk cId="4203772882" sldId="274"/>
            <ac:spMk id="2" creationId="{AC604622-7952-BC84-4571-84DC53D3CFE1}"/>
          </ac:spMkLst>
        </pc:spChg>
        <pc:spChg chg="add mod ord">
          <ac:chgData name="Pratik Garud" userId="7c33e62582ca2e36" providerId="LiveId" clId="{E8FC5618-F3BC-46C4-A216-714BB9D1CA6E}" dt="2025-10-02T10:59:31.485" v="797" actId="1076"/>
          <ac:spMkLst>
            <pc:docMk/>
            <pc:sldMk cId="4203772882" sldId="274"/>
            <ac:spMk id="5" creationId="{B65B4EDA-7F39-116D-7CD3-A0A3482DC717}"/>
          </ac:spMkLst>
        </pc:spChg>
        <pc:spChg chg="add del">
          <ac:chgData name="Pratik Garud" userId="7c33e62582ca2e36" providerId="LiveId" clId="{E8FC5618-F3BC-46C4-A216-714BB9D1CA6E}" dt="2025-10-02T10:15:29.754" v="332" actId="26606"/>
          <ac:spMkLst>
            <pc:docMk/>
            <pc:sldMk cId="4203772882" sldId="274"/>
            <ac:spMk id="11" creationId="{C4879EFC-8E62-4E00-973C-C45EE9EC676D}"/>
          </ac:spMkLst>
        </pc:spChg>
        <pc:spChg chg="add del">
          <ac:chgData name="Pratik Garud" userId="7c33e62582ca2e36" providerId="LiveId" clId="{E8FC5618-F3BC-46C4-A216-714BB9D1CA6E}" dt="2025-10-02T10:15:29.754" v="332" actId="26606"/>
          <ac:spMkLst>
            <pc:docMk/>
            <pc:sldMk cId="4203772882" sldId="274"/>
            <ac:spMk id="13" creationId="{D6A9C53F-5F90-40A5-8C85-5412D39C8C68}"/>
          </ac:spMkLst>
        </pc:spChg>
        <pc:spChg chg="add del">
          <ac:chgData name="Pratik Garud" userId="7c33e62582ca2e36" providerId="LiveId" clId="{E8FC5618-F3BC-46C4-A216-714BB9D1CA6E}" dt="2025-10-02T10:15:31.636" v="334" actId="26606"/>
          <ac:spMkLst>
            <pc:docMk/>
            <pc:sldMk cId="4203772882" sldId="274"/>
            <ac:spMk id="15" creationId="{99ED5833-B85B-4103-8A3B-CAB0308E6C15}"/>
          </ac:spMkLst>
        </pc:spChg>
        <pc:spChg chg="add del">
          <ac:chgData name="Pratik Garud" userId="7c33e62582ca2e36" providerId="LiveId" clId="{E8FC5618-F3BC-46C4-A216-714BB9D1CA6E}" dt="2025-10-02T10:15:48.334" v="337" actId="26606"/>
          <ac:spMkLst>
            <pc:docMk/>
            <pc:sldMk cId="4203772882" sldId="274"/>
            <ac:spMk id="17" creationId="{D5FD337D-4D6B-4C8B-B6F5-121097E09881}"/>
          </ac:spMkLst>
        </pc:spChg>
        <pc:spChg chg="add del">
          <ac:chgData name="Pratik Garud" userId="7c33e62582ca2e36" providerId="LiveId" clId="{E8FC5618-F3BC-46C4-A216-714BB9D1CA6E}" dt="2025-10-02T10:15:48.334" v="337" actId="26606"/>
          <ac:spMkLst>
            <pc:docMk/>
            <pc:sldMk cId="4203772882" sldId="274"/>
            <ac:spMk id="18" creationId="{88263A24-0C1F-4677-B43C-4AE14E276B27}"/>
          </ac:spMkLst>
        </pc:spChg>
        <pc:spChg chg="add del">
          <ac:chgData name="Pratik Garud" userId="7c33e62582ca2e36" providerId="LiveId" clId="{E8FC5618-F3BC-46C4-A216-714BB9D1CA6E}" dt="2025-10-02T10:15:48.334" v="337" actId="26606"/>
          <ac:spMkLst>
            <pc:docMk/>
            <pc:sldMk cId="4203772882" sldId="274"/>
            <ac:spMk id="19" creationId="{0ADDB668-2CA4-4D2B-9C34-3487CA330BA8}"/>
          </ac:spMkLst>
        </pc:spChg>
        <pc:spChg chg="add del">
          <ac:chgData name="Pratik Garud" userId="7c33e62582ca2e36" providerId="LiveId" clId="{E8FC5618-F3BC-46C4-A216-714BB9D1CA6E}" dt="2025-10-02T10:15:48.334" v="337" actId="26606"/>
          <ac:spMkLst>
            <pc:docMk/>
            <pc:sldMk cId="4203772882" sldId="274"/>
            <ac:spMk id="20" creationId="{2568BC19-F052-4108-93E1-6A3D1DEC072F}"/>
          </ac:spMkLst>
        </pc:spChg>
        <pc:spChg chg="add del">
          <ac:chgData name="Pratik Garud" userId="7c33e62582ca2e36" providerId="LiveId" clId="{E8FC5618-F3BC-46C4-A216-714BB9D1CA6E}" dt="2025-10-02T10:58:24.507" v="773" actId="26606"/>
          <ac:spMkLst>
            <pc:docMk/>
            <pc:sldMk cId="4203772882" sldId="274"/>
            <ac:spMk id="25" creationId="{C4879EFC-8E62-4E00-973C-C45EE9EC676D}"/>
          </ac:spMkLst>
        </pc:spChg>
        <pc:spChg chg="add del">
          <ac:chgData name="Pratik Garud" userId="7c33e62582ca2e36" providerId="LiveId" clId="{E8FC5618-F3BC-46C4-A216-714BB9D1CA6E}" dt="2025-10-02T10:58:24.507" v="773" actId="26606"/>
          <ac:spMkLst>
            <pc:docMk/>
            <pc:sldMk cId="4203772882" sldId="274"/>
            <ac:spMk id="27" creationId="{D6A9C53F-5F90-40A5-8C85-5412D39C8C68}"/>
          </ac:spMkLst>
        </pc:spChg>
        <pc:spChg chg="add">
          <ac:chgData name="Pratik Garud" userId="7c33e62582ca2e36" providerId="LiveId" clId="{E8FC5618-F3BC-46C4-A216-714BB9D1CA6E}" dt="2025-10-02T10:58:24.507" v="773" actId="26606"/>
          <ac:spMkLst>
            <pc:docMk/>
            <pc:sldMk cId="4203772882" sldId="274"/>
            <ac:spMk id="32" creationId="{69D47016-023F-44BD-981C-50E7A10A6609}"/>
          </ac:spMkLst>
        </pc:spChg>
        <pc:spChg chg="add">
          <ac:chgData name="Pratik Garud" userId="7c33e62582ca2e36" providerId="LiveId" clId="{E8FC5618-F3BC-46C4-A216-714BB9D1CA6E}" dt="2025-10-02T10:58:24.507" v="773" actId="26606"/>
          <ac:spMkLst>
            <pc:docMk/>
            <pc:sldMk cId="4203772882" sldId="274"/>
            <ac:spMk id="34" creationId="{6D8B37B0-0682-433E-BC8D-498C04ABD9A7}"/>
          </ac:spMkLst>
        </pc:spChg>
        <pc:picChg chg="add mod">
          <ac:chgData name="Pratik Garud" userId="7c33e62582ca2e36" providerId="LiveId" clId="{E8FC5618-F3BC-46C4-A216-714BB9D1CA6E}" dt="2025-10-02T10:59:09.724" v="791" actId="1076"/>
          <ac:picMkLst>
            <pc:docMk/>
            <pc:sldMk cId="4203772882" sldId="274"/>
            <ac:picMk id="4" creationId="{D676A177-5BCA-7F88-307E-B875C668E873}"/>
          </ac:picMkLst>
        </pc:picChg>
        <pc:picChg chg="add mod">
          <ac:chgData name="Pratik Garud" userId="7c33e62582ca2e36" providerId="LiveId" clId="{E8FC5618-F3BC-46C4-A216-714BB9D1CA6E}" dt="2025-10-02T10:59:15.396" v="794" actId="1076"/>
          <ac:picMkLst>
            <pc:docMk/>
            <pc:sldMk cId="4203772882" sldId="274"/>
            <ac:picMk id="6" creationId="{54224529-3116-6750-11D7-FD15AFF66132}"/>
          </ac:picMkLst>
        </pc:picChg>
      </pc:sldChg>
      <pc:sldChg chg="addSp delSp modSp new mod setBg">
        <pc:chgData name="Pratik Garud" userId="7c33e62582ca2e36" providerId="LiveId" clId="{E8FC5618-F3BC-46C4-A216-714BB9D1CA6E}" dt="2025-10-02T11:05:14.768" v="888" actId="13822"/>
        <pc:sldMkLst>
          <pc:docMk/>
          <pc:sldMk cId="3546256993" sldId="275"/>
        </pc:sldMkLst>
        <pc:spChg chg="mod">
          <ac:chgData name="Pratik Garud" userId="7c33e62582ca2e36" providerId="LiveId" clId="{E8FC5618-F3BC-46C4-A216-714BB9D1CA6E}" dt="2025-10-02T11:04:56.174" v="886" actId="1076"/>
          <ac:spMkLst>
            <pc:docMk/>
            <pc:sldMk cId="3546256993" sldId="275"/>
            <ac:spMk id="2" creationId="{157DB5B0-87FE-D615-3A6D-7694BA717D4B}"/>
          </ac:spMkLst>
        </pc:spChg>
        <pc:spChg chg="add mod ord">
          <ac:chgData name="Pratik Garud" userId="7c33e62582ca2e36" providerId="LiveId" clId="{E8FC5618-F3BC-46C4-A216-714BB9D1CA6E}" dt="2025-10-02T11:04:36.437" v="881" actId="1076"/>
          <ac:spMkLst>
            <pc:docMk/>
            <pc:sldMk cId="3546256993" sldId="275"/>
            <ac:spMk id="12" creationId="{BBE2C148-F248-F950-F3F2-65A712A6022A}"/>
          </ac:spMkLst>
        </pc:spChg>
        <pc:spChg chg="add mod">
          <ac:chgData name="Pratik Garud" userId="7c33e62582ca2e36" providerId="LiveId" clId="{E8FC5618-F3BC-46C4-A216-714BB9D1CA6E}" dt="2025-10-02T11:04:31.889" v="880" actId="1076"/>
          <ac:spMkLst>
            <pc:docMk/>
            <pc:sldMk cId="3546256993" sldId="275"/>
            <ac:spMk id="14" creationId="{7AC140E8-A007-30B3-CC81-F2394F2E391B}"/>
          </ac:spMkLst>
        </pc:spChg>
        <pc:spChg chg="add mod">
          <ac:chgData name="Pratik Garud" userId="7c33e62582ca2e36" providerId="LiveId" clId="{E8FC5618-F3BC-46C4-A216-714BB9D1CA6E}" dt="2025-10-02T11:05:14.768" v="888" actId="13822"/>
          <ac:spMkLst>
            <pc:docMk/>
            <pc:sldMk cId="3546256993" sldId="275"/>
            <ac:spMk id="15" creationId="{BC79D7FE-0805-AF9B-251F-EEB791A8D424}"/>
          </ac:spMkLst>
        </pc:spChg>
        <pc:spChg chg="add">
          <ac:chgData name="Pratik Garud" userId="7c33e62582ca2e36" providerId="LiveId" clId="{E8FC5618-F3BC-46C4-A216-714BB9D1CA6E}" dt="2025-10-02T10:59:58.878" v="798" actId="26606"/>
          <ac:spMkLst>
            <pc:docMk/>
            <pc:sldMk cId="3546256993" sldId="275"/>
            <ac:spMk id="17" creationId="{0550F5B9-399F-4FAD-AE6C-ED65F9A43A74}"/>
          </ac:spMkLst>
        </pc:spChg>
        <pc:spChg chg="add">
          <ac:chgData name="Pratik Garud" userId="7c33e62582ca2e36" providerId="LiveId" clId="{E8FC5618-F3BC-46C4-A216-714BB9D1CA6E}" dt="2025-10-02T10:59:58.878" v="798" actId="26606"/>
          <ac:spMkLst>
            <pc:docMk/>
            <pc:sldMk cId="3546256993" sldId="275"/>
            <ac:spMk id="19" creationId="{C062E60F-5CD4-4268-8359-8076634680E5}"/>
          </ac:spMkLst>
        </pc:spChg>
        <pc:spChg chg="add">
          <ac:chgData name="Pratik Garud" userId="7c33e62582ca2e36" providerId="LiveId" clId="{E8FC5618-F3BC-46C4-A216-714BB9D1CA6E}" dt="2025-10-02T10:59:58.878" v="798" actId="26606"/>
          <ac:spMkLst>
            <pc:docMk/>
            <pc:sldMk cId="3546256993" sldId="275"/>
            <ac:spMk id="21" creationId="{BB341EC3-1810-4D33-BA3F-E2D0AA0ECFB6}"/>
          </ac:spMkLst>
        </pc:spChg>
        <pc:spChg chg="add">
          <ac:chgData name="Pratik Garud" userId="7c33e62582ca2e36" providerId="LiveId" clId="{E8FC5618-F3BC-46C4-A216-714BB9D1CA6E}" dt="2025-10-02T10:59:58.878" v="798" actId="26606"/>
          <ac:spMkLst>
            <pc:docMk/>
            <pc:sldMk cId="3546256993" sldId="275"/>
            <ac:spMk id="23" creationId="{10127CDE-2B99-47A8-BB3C-7D17519105E0}"/>
          </ac:spMkLst>
        </pc:spChg>
        <pc:picChg chg="add del mod">
          <ac:chgData name="Pratik Garud" userId="7c33e62582ca2e36" providerId="LiveId" clId="{E8FC5618-F3BC-46C4-A216-714BB9D1CA6E}" dt="2025-10-02T10:33:30.377" v="512" actId="21"/>
          <ac:picMkLst>
            <pc:docMk/>
            <pc:sldMk cId="3546256993" sldId="275"/>
            <ac:picMk id="4" creationId="{D1C69F64-C9AE-CC26-D686-0040B7AB8E4D}"/>
          </ac:picMkLst>
        </pc:picChg>
        <pc:picChg chg="add mod">
          <ac:chgData name="Pratik Garud" userId="7c33e62582ca2e36" providerId="LiveId" clId="{E8FC5618-F3BC-46C4-A216-714BB9D1CA6E}" dt="2025-10-02T11:03:49.104" v="870" actId="1076"/>
          <ac:picMkLst>
            <pc:docMk/>
            <pc:sldMk cId="3546256993" sldId="275"/>
            <ac:picMk id="6" creationId="{4F30EB8A-8C07-CF50-3112-8C2E49268B1D}"/>
          </ac:picMkLst>
        </pc:picChg>
        <pc:picChg chg="add mod">
          <ac:chgData name="Pratik Garud" userId="7c33e62582ca2e36" providerId="LiveId" clId="{E8FC5618-F3BC-46C4-A216-714BB9D1CA6E}" dt="2025-10-02T11:03:52.642" v="871" actId="1076"/>
          <ac:picMkLst>
            <pc:docMk/>
            <pc:sldMk cId="3546256993" sldId="275"/>
            <ac:picMk id="8" creationId="{57416355-0201-4162-A9E8-9AAC03C27BDB}"/>
          </ac:picMkLst>
        </pc:picChg>
        <pc:picChg chg="add mod ord">
          <ac:chgData name="Pratik Garud" userId="7c33e62582ca2e36" providerId="LiveId" clId="{E8FC5618-F3BC-46C4-A216-714BB9D1CA6E}" dt="2025-10-02T11:03:55.298" v="872" actId="1076"/>
          <ac:picMkLst>
            <pc:docMk/>
            <pc:sldMk cId="3546256993" sldId="275"/>
            <ac:picMk id="10" creationId="{0ECBBAFE-C7BA-4C12-C2E6-C45DD634E2E5}"/>
          </ac:picMkLst>
        </pc:picChg>
      </pc:sldChg>
      <pc:sldChg chg="addSp modSp new mod setBg">
        <pc:chgData name="Pratik Garud" userId="7c33e62582ca2e36" providerId="LiveId" clId="{E8FC5618-F3BC-46C4-A216-714BB9D1CA6E}" dt="2025-10-02T11:13:48.178" v="1085" actId="1076"/>
        <pc:sldMkLst>
          <pc:docMk/>
          <pc:sldMk cId="2360327125" sldId="276"/>
        </pc:sldMkLst>
        <pc:spChg chg="mod">
          <ac:chgData name="Pratik Garud" userId="7c33e62582ca2e36" providerId="LiveId" clId="{E8FC5618-F3BC-46C4-A216-714BB9D1CA6E}" dt="2025-10-02T11:13:35.891" v="1080" actId="255"/>
          <ac:spMkLst>
            <pc:docMk/>
            <pc:sldMk cId="2360327125" sldId="276"/>
            <ac:spMk id="2" creationId="{C407CCBF-B3C2-BE59-4A5F-116659C9C480}"/>
          </ac:spMkLst>
        </pc:spChg>
        <pc:spChg chg="add mod ord">
          <ac:chgData name="Pratik Garud" userId="7c33e62582ca2e36" providerId="LiveId" clId="{E8FC5618-F3BC-46C4-A216-714BB9D1CA6E}" dt="2025-10-02T11:13:42.202" v="1082" actId="1076"/>
          <ac:spMkLst>
            <pc:docMk/>
            <pc:sldMk cId="2360327125" sldId="276"/>
            <ac:spMk id="4" creationId="{918B1320-620C-D17B-87D9-F54F613DECC4}"/>
          </ac:spMkLst>
        </pc:spChg>
        <pc:spChg chg="add">
          <ac:chgData name="Pratik Garud" userId="7c33e62582ca2e36" providerId="LiveId" clId="{E8FC5618-F3BC-46C4-A216-714BB9D1CA6E}" dt="2025-10-02T11:12:41.398" v="1057" actId="26606"/>
          <ac:spMkLst>
            <pc:docMk/>
            <pc:sldMk cId="2360327125" sldId="276"/>
            <ac:spMk id="11" creationId="{A8908DB7-C3A6-4FCB-9820-CEE02B398C4A}"/>
          </ac:spMkLst>
        </pc:spChg>
        <pc:spChg chg="add">
          <ac:chgData name="Pratik Garud" userId="7c33e62582ca2e36" providerId="LiveId" clId="{E8FC5618-F3BC-46C4-A216-714BB9D1CA6E}" dt="2025-10-02T11:12:41.398" v="1057" actId="26606"/>
          <ac:spMkLst>
            <pc:docMk/>
            <pc:sldMk cId="2360327125" sldId="276"/>
            <ac:spMk id="13" creationId="{535742DD-1B16-4E9D-B715-0D74B4574A68}"/>
          </ac:spMkLst>
        </pc:spChg>
        <pc:picChg chg="add mod">
          <ac:chgData name="Pratik Garud" userId="7c33e62582ca2e36" providerId="LiveId" clId="{E8FC5618-F3BC-46C4-A216-714BB9D1CA6E}" dt="2025-10-02T11:13:48.178" v="1085" actId="1076"/>
          <ac:picMkLst>
            <pc:docMk/>
            <pc:sldMk cId="2360327125" sldId="276"/>
            <ac:picMk id="6" creationId="{9693C639-98CD-1309-27F9-0CE75AB25630}"/>
          </ac:picMkLst>
        </pc:picChg>
      </pc:sldChg>
      <pc:sldChg chg="addSp modSp new mod setBg">
        <pc:chgData name="Pratik Garud" userId="7c33e62582ca2e36" providerId="LiveId" clId="{E8FC5618-F3BC-46C4-A216-714BB9D1CA6E}" dt="2025-10-02T11:16:27.600" v="1203" actId="1076"/>
        <pc:sldMkLst>
          <pc:docMk/>
          <pc:sldMk cId="2802177981" sldId="277"/>
        </pc:sldMkLst>
        <pc:spChg chg="mod">
          <ac:chgData name="Pratik Garud" userId="7c33e62582ca2e36" providerId="LiveId" clId="{E8FC5618-F3BC-46C4-A216-714BB9D1CA6E}" dt="2025-10-02T11:14:35.807" v="1093" actId="255"/>
          <ac:spMkLst>
            <pc:docMk/>
            <pc:sldMk cId="2802177981" sldId="277"/>
            <ac:spMk id="2" creationId="{72A3E2D8-DD9F-761C-4480-662F15784807}"/>
          </ac:spMkLst>
        </pc:spChg>
        <pc:spChg chg="add mod ord">
          <ac:chgData name="Pratik Garud" userId="7c33e62582ca2e36" providerId="LiveId" clId="{E8FC5618-F3BC-46C4-A216-714BB9D1CA6E}" dt="2025-10-02T11:16:27.600" v="1203" actId="1076"/>
          <ac:spMkLst>
            <pc:docMk/>
            <pc:sldMk cId="2802177981" sldId="277"/>
            <ac:spMk id="4" creationId="{B9A04F7F-CF3A-5CE0-4086-4907A6190EBD}"/>
          </ac:spMkLst>
        </pc:spChg>
        <pc:spChg chg="add">
          <ac:chgData name="Pratik Garud" userId="7c33e62582ca2e36" providerId="LiveId" clId="{E8FC5618-F3BC-46C4-A216-714BB9D1CA6E}" dt="2025-10-02T11:14:03.908" v="1086" actId="26606"/>
          <ac:spMkLst>
            <pc:docMk/>
            <pc:sldMk cId="2802177981" sldId="277"/>
            <ac:spMk id="11" creationId="{A8908DB7-C3A6-4FCB-9820-CEE02B398C4A}"/>
          </ac:spMkLst>
        </pc:spChg>
        <pc:spChg chg="add">
          <ac:chgData name="Pratik Garud" userId="7c33e62582ca2e36" providerId="LiveId" clId="{E8FC5618-F3BC-46C4-A216-714BB9D1CA6E}" dt="2025-10-02T11:14:03.908" v="1086" actId="26606"/>
          <ac:spMkLst>
            <pc:docMk/>
            <pc:sldMk cId="2802177981" sldId="277"/>
            <ac:spMk id="13" creationId="{535742DD-1B16-4E9D-B715-0D74B4574A68}"/>
          </ac:spMkLst>
        </pc:spChg>
        <pc:picChg chg="add mod modCrop">
          <ac:chgData name="Pratik Garud" userId="7c33e62582ca2e36" providerId="LiveId" clId="{E8FC5618-F3BC-46C4-A216-714BB9D1CA6E}" dt="2025-10-02T11:16:22.217" v="1202" actId="1076"/>
          <ac:picMkLst>
            <pc:docMk/>
            <pc:sldMk cId="2802177981" sldId="277"/>
            <ac:picMk id="6" creationId="{BFF6550F-9638-5146-C251-4BE327C0B115}"/>
          </ac:picMkLst>
        </pc:picChg>
      </pc:sldChg>
      <pc:sldChg chg="addSp modSp new mod setBg">
        <pc:chgData name="Pratik Garud" userId="7c33e62582ca2e36" providerId="LiveId" clId="{E8FC5618-F3BC-46C4-A216-714BB9D1CA6E}" dt="2025-10-02T11:18:40.158" v="1238" actId="1076"/>
        <pc:sldMkLst>
          <pc:docMk/>
          <pc:sldMk cId="773668683" sldId="278"/>
        </pc:sldMkLst>
        <pc:spChg chg="mod">
          <ac:chgData name="Pratik Garud" userId="7c33e62582ca2e36" providerId="LiveId" clId="{E8FC5618-F3BC-46C4-A216-714BB9D1CA6E}" dt="2025-10-02T11:18:40.158" v="1238" actId="1076"/>
          <ac:spMkLst>
            <pc:docMk/>
            <pc:sldMk cId="773668683" sldId="278"/>
            <ac:spMk id="2" creationId="{B8C373FE-567A-3F45-6F8E-41EE986C0538}"/>
          </ac:spMkLst>
        </pc:spChg>
        <pc:spChg chg="add mod">
          <ac:chgData name="Pratik Garud" userId="7c33e62582ca2e36" providerId="LiveId" clId="{E8FC5618-F3BC-46C4-A216-714BB9D1CA6E}" dt="2025-10-02T11:18:21.009" v="1232"/>
          <ac:spMkLst>
            <pc:docMk/>
            <pc:sldMk cId="773668683" sldId="278"/>
            <ac:spMk id="4" creationId="{46732457-AFD9-D1E8-E0C4-E86B7FC9C116}"/>
          </ac:spMkLst>
        </pc:spChg>
        <pc:spChg chg="add">
          <ac:chgData name="Pratik Garud" userId="7c33e62582ca2e36" providerId="LiveId" clId="{E8FC5618-F3BC-46C4-A216-714BB9D1CA6E}" dt="2025-10-02T11:16:46.089" v="1204" actId="26606"/>
          <ac:spMkLst>
            <pc:docMk/>
            <pc:sldMk cId="773668683" sldId="278"/>
            <ac:spMk id="13" creationId="{69D47016-023F-44BD-981C-50E7A10A6609}"/>
          </ac:spMkLst>
        </pc:spChg>
        <pc:spChg chg="add">
          <ac:chgData name="Pratik Garud" userId="7c33e62582ca2e36" providerId="LiveId" clId="{E8FC5618-F3BC-46C4-A216-714BB9D1CA6E}" dt="2025-10-02T11:16:46.089" v="1204" actId="26606"/>
          <ac:spMkLst>
            <pc:docMk/>
            <pc:sldMk cId="773668683" sldId="278"/>
            <ac:spMk id="15" creationId="{6D8B37B0-0682-433E-BC8D-498C04ABD9A7}"/>
          </ac:spMkLst>
        </pc:spChg>
        <pc:picChg chg="add mod ord">
          <ac:chgData name="Pratik Garud" userId="7c33e62582ca2e36" providerId="LiveId" clId="{E8FC5618-F3BC-46C4-A216-714BB9D1CA6E}" dt="2025-10-02T11:16:59.049" v="1209" actId="14100"/>
          <ac:picMkLst>
            <pc:docMk/>
            <pc:sldMk cId="773668683" sldId="278"/>
            <ac:picMk id="6" creationId="{1EED5608-F46E-C0B2-E0D4-3AA8AB14F4E7}"/>
          </ac:picMkLst>
        </pc:picChg>
        <pc:picChg chg="add mod">
          <ac:chgData name="Pratik Garud" userId="7c33e62582ca2e36" providerId="LiveId" clId="{E8FC5618-F3BC-46C4-A216-714BB9D1CA6E}" dt="2025-10-02T11:16:53.624" v="1207" actId="1076"/>
          <ac:picMkLst>
            <pc:docMk/>
            <pc:sldMk cId="773668683" sldId="278"/>
            <ac:picMk id="8" creationId="{B1E734BF-A415-210E-ADAD-DBA418DA9417}"/>
          </ac:picMkLst>
        </pc:picChg>
      </pc:sldChg>
      <pc:sldChg chg="modSp new mod">
        <pc:chgData name="Pratik Garud" userId="7c33e62582ca2e36" providerId="LiveId" clId="{E8FC5618-F3BC-46C4-A216-714BB9D1CA6E}" dt="2025-10-02T10:39:28.485" v="560" actId="27636"/>
        <pc:sldMkLst>
          <pc:docMk/>
          <pc:sldMk cId="3329664636" sldId="279"/>
        </pc:sldMkLst>
        <pc:spChg chg="mod">
          <ac:chgData name="Pratik Garud" userId="7c33e62582ca2e36" providerId="LiveId" clId="{E8FC5618-F3BC-46C4-A216-714BB9D1CA6E}" dt="2025-10-02T10:39:28.485" v="560" actId="27636"/>
          <ac:spMkLst>
            <pc:docMk/>
            <pc:sldMk cId="3329664636" sldId="279"/>
            <ac:spMk id="2" creationId="{9F099D49-64DF-6E7A-4D80-E78295E35454}"/>
          </ac:spMkLst>
        </pc:spChg>
      </pc:sldChg>
      <pc:sldChg chg="modSp new mod">
        <pc:chgData name="Pratik Garud" userId="7c33e62582ca2e36" providerId="LiveId" clId="{E8FC5618-F3BC-46C4-A216-714BB9D1CA6E}" dt="2025-10-02T10:39:44.835" v="564" actId="27636"/>
        <pc:sldMkLst>
          <pc:docMk/>
          <pc:sldMk cId="2913406723" sldId="280"/>
        </pc:sldMkLst>
        <pc:spChg chg="mod">
          <ac:chgData name="Pratik Garud" userId="7c33e62582ca2e36" providerId="LiveId" clId="{E8FC5618-F3BC-46C4-A216-714BB9D1CA6E}" dt="2025-10-02T10:39:44.835" v="564" actId="27636"/>
          <ac:spMkLst>
            <pc:docMk/>
            <pc:sldMk cId="2913406723" sldId="280"/>
            <ac:spMk id="2" creationId="{F735355D-B463-B2AC-6778-2F5D0C2BD9FA}"/>
          </ac:spMkLst>
        </pc:spChg>
      </pc:sldChg>
      <pc:sldChg chg="addSp modSp new mod setBg">
        <pc:chgData name="Pratik Garud" userId="7c33e62582ca2e36" providerId="LiveId" clId="{E8FC5618-F3BC-46C4-A216-714BB9D1CA6E}" dt="2025-10-02T11:06:27.304" v="912" actId="1076"/>
        <pc:sldMkLst>
          <pc:docMk/>
          <pc:sldMk cId="1384334111" sldId="281"/>
        </pc:sldMkLst>
        <pc:spChg chg="mod">
          <ac:chgData name="Pratik Garud" userId="7c33e62582ca2e36" providerId="LiveId" clId="{E8FC5618-F3BC-46C4-A216-714BB9D1CA6E}" dt="2025-10-02T11:06:16.415" v="910" actId="1076"/>
          <ac:spMkLst>
            <pc:docMk/>
            <pc:sldMk cId="1384334111" sldId="281"/>
            <ac:spMk id="2" creationId="{E9046453-FF90-A372-B8A8-F17D05591978}"/>
          </ac:spMkLst>
        </pc:spChg>
        <pc:spChg chg="add mod ord">
          <ac:chgData name="Pratik Garud" userId="7c33e62582ca2e36" providerId="LiveId" clId="{E8FC5618-F3BC-46C4-A216-714BB9D1CA6E}" dt="2025-10-02T11:06:27.304" v="912" actId="1076"/>
          <ac:spMkLst>
            <pc:docMk/>
            <pc:sldMk cId="1384334111" sldId="281"/>
            <ac:spMk id="4" creationId="{9D24B659-29CA-3116-8141-B63D921CBE8F}"/>
          </ac:spMkLst>
        </pc:spChg>
        <pc:spChg chg="add">
          <ac:chgData name="Pratik Garud" userId="7c33e62582ca2e36" providerId="LiveId" clId="{E8FC5618-F3BC-46C4-A216-714BB9D1CA6E}" dt="2025-10-02T11:05:34.005" v="893" actId="26606"/>
          <ac:spMkLst>
            <pc:docMk/>
            <pc:sldMk cId="1384334111" sldId="281"/>
            <ac:spMk id="11" creationId="{A8908DB7-C3A6-4FCB-9820-CEE02B398C4A}"/>
          </ac:spMkLst>
        </pc:spChg>
        <pc:spChg chg="add">
          <ac:chgData name="Pratik Garud" userId="7c33e62582ca2e36" providerId="LiveId" clId="{E8FC5618-F3BC-46C4-A216-714BB9D1CA6E}" dt="2025-10-02T11:05:34.005" v="893" actId="26606"/>
          <ac:spMkLst>
            <pc:docMk/>
            <pc:sldMk cId="1384334111" sldId="281"/>
            <ac:spMk id="13" creationId="{535742DD-1B16-4E9D-B715-0D74B4574A68}"/>
          </ac:spMkLst>
        </pc:spChg>
        <pc:picChg chg="add mod">
          <ac:chgData name="Pratik Garud" userId="7c33e62582ca2e36" providerId="LiveId" clId="{E8FC5618-F3BC-46C4-A216-714BB9D1CA6E}" dt="2025-10-02T11:06:22.460" v="911" actId="1076"/>
          <ac:picMkLst>
            <pc:docMk/>
            <pc:sldMk cId="1384334111" sldId="281"/>
            <ac:picMk id="6" creationId="{DBB7464D-E6F4-EF0E-91F2-B93154D98188}"/>
          </ac:picMkLst>
        </pc:picChg>
      </pc:sldChg>
      <pc:sldChg chg="addSp modSp new mod setBg">
        <pc:chgData name="Pratik Garud" userId="7c33e62582ca2e36" providerId="LiveId" clId="{E8FC5618-F3BC-46C4-A216-714BB9D1CA6E}" dt="2025-10-02T11:09:25.228" v="976" actId="113"/>
        <pc:sldMkLst>
          <pc:docMk/>
          <pc:sldMk cId="4264261276" sldId="282"/>
        </pc:sldMkLst>
        <pc:spChg chg="mod">
          <ac:chgData name="Pratik Garud" userId="7c33e62582ca2e36" providerId="LiveId" clId="{E8FC5618-F3BC-46C4-A216-714BB9D1CA6E}" dt="2025-10-02T11:09:25.228" v="976" actId="113"/>
          <ac:spMkLst>
            <pc:docMk/>
            <pc:sldMk cId="4264261276" sldId="282"/>
            <ac:spMk id="2" creationId="{EAA2F084-24FB-0971-20DF-0AEF2ADABB38}"/>
          </ac:spMkLst>
        </pc:spChg>
        <pc:spChg chg="add mod">
          <ac:chgData name="Pratik Garud" userId="7c33e62582ca2e36" providerId="LiveId" clId="{E8FC5618-F3BC-46C4-A216-714BB9D1CA6E}" dt="2025-10-02T11:09:06.971" v="970" actId="1076"/>
          <ac:spMkLst>
            <pc:docMk/>
            <pc:sldMk cId="4264261276" sldId="282"/>
            <ac:spMk id="6" creationId="{3D0672DB-1E22-5B52-7AF1-3BBA811F365C}"/>
          </ac:spMkLst>
        </pc:spChg>
        <pc:spChg chg="add">
          <ac:chgData name="Pratik Garud" userId="7c33e62582ca2e36" providerId="LiveId" clId="{E8FC5618-F3BC-46C4-A216-714BB9D1CA6E}" dt="2025-10-02T11:06:46.146" v="917" actId="26606"/>
          <ac:spMkLst>
            <pc:docMk/>
            <pc:sldMk cId="4264261276" sldId="282"/>
            <ac:spMk id="11" creationId="{A8908DB7-C3A6-4FCB-9820-CEE02B398C4A}"/>
          </ac:spMkLst>
        </pc:spChg>
        <pc:spChg chg="add">
          <ac:chgData name="Pratik Garud" userId="7c33e62582ca2e36" providerId="LiveId" clId="{E8FC5618-F3BC-46C4-A216-714BB9D1CA6E}" dt="2025-10-02T11:06:46.146" v="917" actId="26606"/>
          <ac:spMkLst>
            <pc:docMk/>
            <pc:sldMk cId="4264261276" sldId="282"/>
            <ac:spMk id="13" creationId="{535742DD-1B16-4E9D-B715-0D74B4574A68}"/>
          </ac:spMkLst>
        </pc:spChg>
        <pc:picChg chg="add mod">
          <ac:chgData name="Pratik Garud" userId="7c33e62582ca2e36" providerId="LiveId" clId="{E8FC5618-F3BC-46C4-A216-714BB9D1CA6E}" dt="2025-10-02T11:09:12.647" v="973" actId="1076"/>
          <ac:picMkLst>
            <pc:docMk/>
            <pc:sldMk cId="4264261276" sldId="282"/>
            <ac:picMk id="4" creationId="{DFD1ACAE-1462-20DA-F8E9-B47C6B013023}"/>
          </ac:picMkLst>
        </pc:picChg>
      </pc:sldChg>
      <pc:sldChg chg="addSp modSp new mod setBg">
        <pc:chgData name="Pratik Garud" userId="7c33e62582ca2e36" providerId="LiveId" clId="{E8FC5618-F3BC-46C4-A216-714BB9D1CA6E}" dt="2025-10-02T11:12:26.281" v="1056" actId="255"/>
        <pc:sldMkLst>
          <pc:docMk/>
          <pc:sldMk cId="1407167590" sldId="283"/>
        </pc:sldMkLst>
        <pc:spChg chg="mod">
          <ac:chgData name="Pratik Garud" userId="7c33e62582ca2e36" providerId="LiveId" clId="{E8FC5618-F3BC-46C4-A216-714BB9D1CA6E}" dt="2025-10-02T11:12:22.487" v="1055" actId="1076"/>
          <ac:spMkLst>
            <pc:docMk/>
            <pc:sldMk cId="1407167590" sldId="283"/>
            <ac:spMk id="2" creationId="{DDB27FF1-8355-11A4-5485-2BF295D9A5CD}"/>
          </ac:spMkLst>
        </pc:spChg>
        <pc:spChg chg="add mod">
          <ac:chgData name="Pratik Garud" userId="7c33e62582ca2e36" providerId="LiveId" clId="{E8FC5618-F3BC-46C4-A216-714BB9D1CA6E}" dt="2025-10-02T11:12:26.281" v="1056" actId="255"/>
          <ac:spMkLst>
            <pc:docMk/>
            <pc:sldMk cId="1407167590" sldId="283"/>
            <ac:spMk id="4" creationId="{07120423-ED13-1732-3203-5D2BCF0DC359}"/>
          </ac:spMkLst>
        </pc:spChg>
        <pc:spChg chg="add">
          <ac:chgData name="Pratik Garud" userId="7c33e62582ca2e36" providerId="LiveId" clId="{E8FC5618-F3BC-46C4-A216-714BB9D1CA6E}" dt="2025-10-02T11:09:38.611" v="977" actId="26606"/>
          <ac:spMkLst>
            <pc:docMk/>
            <pc:sldMk cId="1407167590" sldId="283"/>
            <ac:spMk id="13" creationId="{69D47016-023F-44BD-981C-50E7A10A6609}"/>
          </ac:spMkLst>
        </pc:spChg>
        <pc:spChg chg="add">
          <ac:chgData name="Pratik Garud" userId="7c33e62582ca2e36" providerId="LiveId" clId="{E8FC5618-F3BC-46C4-A216-714BB9D1CA6E}" dt="2025-10-02T11:09:38.611" v="977" actId="26606"/>
          <ac:spMkLst>
            <pc:docMk/>
            <pc:sldMk cId="1407167590" sldId="283"/>
            <ac:spMk id="15" creationId="{6D8B37B0-0682-433E-BC8D-498C04ABD9A7}"/>
          </ac:spMkLst>
        </pc:spChg>
        <pc:picChg chg="add mod">
          <ac:chgData name="Pratik Garud" userId="7c33e62582ca2e36" providerId="LiveId" clId="{E8FC5618-F3BC-46C4-A216-714BB9D1CA6E}" dt="2025-10-02T11:09:58.097" v="982" actId="14100"/>
          <ac:picMkLst>
            <pc:docMk/>
            <pc:sldMk cId="1407167590" sldId="283"/>
            <ac:picMk id="6" creationId="{12E28EE0-57B8-08CD-62AD-79327BE02109}"/>
          </ac:picMkLst>
        </pc:picChg>
        <pc:picChg chg="add mod">
          <ac:chgData name="Pratik Garud" userId="7c33e62582ca2e36" providerId="LiveId" clId="{E8FC5618-F3BC-46C4-A216-714BB9D1CA6E}" dt="2025-10-02T11:10:02.389" v="984" actId="1076"/>
          <ac:picMkLst>
            <pc:docMk/>
            <pc:sldMk cId="1407167590" sldId="283"/>
            <ac:picMk id="8" creationId="{95A8E384-2D78-BE5D-7BC8-0BB30C61A7A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C7F69-0AA2-9BFB-2CFA-F54FC5AB4A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D6A7E7-33BA-BEE4-B1EB-03A109AD52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AAA02F-D5A5-EE93-1565-811FCFCC4870}"/>
              </a:ext>
            </a:extLst>
          </p:cNvPr>
          <p:cNvSpPr>
            <a:spLocks noGrp="1"/>
          </p:cNvSpPr>
          <p:nvPr>
            <p:ph type="dt" sz="half" idx="10"/>
          </p:nvPr>
        </p:nvSpPr>
        <p:spPr/>
        <p:txBody>
          <a:bodyPr/>
          <a:lstStyle/>
          <a:p>
            <a:fld id="{4EEF9A35-0EE3-48C6-A204-DC5AA8762D59}" type="datetimeFigureOut">
              <a:rPr lang="en-IN" smtClean="0"/>
              <a:t>02-10-2025</a:t>
            </a:fld>
            <a:endParaRPr lang="en-IN"/>
          </a:p>
        </p:txBody>
      </p:sp>
      <p:sp>
        <p:nvSpPr>
          <p:cNvPr id="5" name="Footer Placeholder 4">
            <a:extLst>
              <a:ext uri="{FF2B5EF4-FFF2-40B4-BE49-F238E27FC236}">
                <a16:creationId xmlns:a16="http://schemas.microsoft.com/office/drawing/2014/main" id="{3547E17D-6DD7-663B-B839-0BA9624E97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17A66B-B584-9B26-2CEC-E54331590F55}"/>
              </a:ext>
            </a:extLst>
          </p:cNvPr>
          <p:cNvSpPr>
            <a:spLocks noGrp="1"/>
          </p:cNvSpPr>
          <p:nvPr>
            <p:ph type="sldNum" sz="quarter" idx="12"/>
          </p:nvPr>
        </p:nvSpPr>
        <p:spPr/>
        <p:txBody>
          <a:bodyPr/>
          <a:lstStyle/>
          <a:p>
            <a:fld id="{C030D4F0-B8A4-47DC-8857-2010E33F1323}" type="slidenum">
              <a:rPr lang="en-IN" smtClean="0"/>
              <a:t>‹#›</a:t>
            </a:fld>
            <a:endParaRPr lang="en-IN"/>
          </a:p>
        </p:txBody>
      </p:sp>
    </p:spTree>
    <p:extLst>
      <p:ext uri="{BB962C8B-B14F-4D97-AF65-F5344CB8AC3E}">
        <p14:creationId xmlns:p14="http://schemas.microsoft.com/office/powerpoint/2010/main" val="1219984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1B3A5-CCDA-F341-8907-A001FAB597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42AF7A-3CD2-EC4F-70A7-CC0E3068C9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11F970-9CBA-4665-8FCB-2690477A47BB}"/>
              </a:ext>
            </a:extLst>
          </p:cNvPr>
          <p:cNvSpPr>
            <a:spLocks noGrp="1"/>
          </p:cNvSpPr>
          <p:nvPr>
            <p:ph type="dt" sz="half" idx="10"/>
          </p:nvPr>
        </p:nvSpPr>
        <p:spPr/>
        <p:txBody>
          <a:bodyPr/>
          <a:lstStyle/>
          <a:p>
            <a:fld id="{4EEF9A35-0EE3-48C6-A204-DC5AA8762D59}" type="datetimeFigureOut">
              <a:rPr lang="en-IN" smtClean="0"/>
              <a:t>02-10-2025</a:t>
            </a:fld>
            <a:endParaRPr lang="en-IN"/>
          </a:p>
        </p:txBody>
      </p:sp>
      <p:sp>
        <p:nvSpPr>
          <p:cNvPr id="5" name="Footer Placeholder 4">
            <a:extLst>
              <a:ext uri="{FF2B5EF4-FFF2-40B4-BE49-F238E27FC236}">
                <a16:creationId xmlns:a16="http://schemas.microsoft.com/office/drawing/2014/main" id="{E5A17078-139A-3670-1644-7C522744AD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97C198-72C6-D3F8-0AB3-511633433805}"/>
              </a:ext>
            </a:extLst>
          </p:cNvPr>
          <p:cNvSpPr>
            <a:spLocks noGrp="1"/>
          </p:cNvSpPr>
          <p:nvPr>
            <p:ph type="sldNum" sz="quarter" idx="12"/>
          </p:nvPr>
        </p:nvSpPr>
        <p:spPr/>
        <p:txBody>
          <a:bodyPr/>
          <a:lstStyle/>
          <a:p>
            <a:fld id="{C030D4F0-B8A4-47DC-8857-2010E33F1323}" type="slidenum">
              <a:rPr lang="en-IN" smtClean="0"/>
              <a:t>‹#›</a:t>
            </a:fld>
            <a:endParaRPr lang="en-IN"/>
          </a:p>
        </p:txBody>
      </p:sp>
    </p:spTree>
    <p:extLst>
      <p:ext uri="{BB962C8B-B14F-4D97-AF65-F5344CB8AC3E}">
        <p14:creationId xmlns:p14="http://schemas.microsoft.com/office/powerpoint/2010/main" val="4281224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ADCE4-A3F4-A91A-B5DC-5463F70CAD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142D49-3453-827F-32D1-35C652947B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C9D8F2-F4F8-AB1E-A3D6-2327EC754542}"/>
              </a:ext>
            </a:extLst>
          </p:cNvPr>
          <p:cNvSpPr>
            <a:spLocks noGrp="1"/>
          </p:cNvSpPr>
          <p:nvPr>
            <p:ph type="dt" sz="half" idx="10"/>
          </p:nvPr>
        </p:nvSpPr>
        <p:spPr/>
        <p:txBody>
          <a:bodyPr/>
          <a:lstStyle/>
          <a:p>
            <a:fld id="{4EEF9A35-0EE3-48C6-A204-DC5AA8762D59}" type="datetimeFigureOut">
              <a:rPr lang="en-IN" smtClean="0"/>
              <a:t>02-10-2025</a:t>
            </a:fld>
            <a:endParaRPr lang="en-IN"/>
          </a:p>
        </p:txBody>
      </p:sp>
      <p:sp>
        <p:nvSpPr>
          <p:cNvPr id="5" name="Footer Placeholder 4">
            <a:extLst>
              <a:ext uri="{FF2B5EF4-FFF2-40B4-BE49-F238E27FC236}">
                <a16:creationId xmlns:a16="http://schemas.microsoft.com/office/drawing/2014/main" id="{39437927-07CB-91D3-0BE0-1AFF4F5EA1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7E1A2A-ED27-D5BD-3C04-A2EF8B6AD256}"/>
              </a:ext>
            </a:extLst>
          </p:cNvPr>
          <p:cNvSpPr>
            <a:spLocks noGrp="1"/>
          </p:cNvSpPr>
          <p:nvPr>
            <p:ph type="sldNum" sz="quarter" idx="12"/>
          </p:nvPr>
        </p:nvSpPr>
        <p:spPr/>
        <p:txBody>
          <a:bodyPr/>
          <a:lstStyle/>
          <a:p>
            <a:fld id="{C030D4F0-B8A4-47DC-8857-2010E33F1323}" type="slidenum">
              <a:rPr lang="en-IN" smtClean="0"/>
              <a:t>‹#›</a:t>
            </a:fld>
            <a:endParaRPr lang="en-IN"/>
          </a:p>
        </p:txBody>
      </p:sp>
    </p:spTree>
    <p:extLst>
      <p:ext uri="{BB962C8B-B14F-4D97-AF65-F5344CB8AC3E}">
        <p14:creationId xmlns:p14="http://schemas.microsoft.com/office/powerpoint/2010/main" val="4022014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ADCFF-2339-B6E3-AA21-1DD399EC59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B52EA3-2DDB-4C92-7171-844EB3680D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4FFE46-740B-FA4A-085B-B5715CF1D5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8D233DE-D06D-9C41-D014-F86E2E90642D}"/>
              </a:ext>
            </a:extLst>
          </p:cNvPr>
          <p:cNvSpPr>
            <a:spLocks noGrp="1"/>
          </p:cNvSpPr>
          <p:nvPr>
            <p:ph type="dt" sz="half" idx="10"/>
          </p:nvPr>
        </p:nvSpPr>
        <p:spPr/>
        <p:txBody>
          <a:bodyPr/>
          <a:lstStyle/>
          <a:p>
            <a:fld id="{4EEF9A35-0EE3-48C6-A204-DC5AA8762D59}" type="datetimeFigureOut">
              <a:rPr lang="en-IN" smtClean="0"/>
              <a:t>02-10-2025</a:t>
            </a:fld>
            <a:endParaRPr lang="en-IN"/>
          </a:p>
        </p:txBody>
      </p:sp>
      <p:sp>
        <p:nvSpPr>
          <p:cNvPr id="6" name="Footer Placeholder 5">
            <a:extLst>
              <a:ext uri="{FF2B5EF4-FFF2-40B4-BE49-F238E27FC236}">
                <a16:creationId xmlns:a16="http://schemas.microsoft.com/office/drawing/2014/main" id="{7A7D9F94-CE0A-B982-47F0-AB4A784A27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E856D3-C4A5-21EA-4005-C290F5817670}"/>
              </a:ext>
            </a:extLst>
          </p:cNvPr>
          <p:cNvSpPr>
            <a:spLocks noGrp="1"/>
          </p:cNvSpPr>
          <p:nvPr>
            <p:ph type="sldNum" sz="quarter" idx="12"/>
          </p:nvPr>
        </p:nvSpPr>
        <p:spPr/>
        <p:txBody>
          <a:bodyPr/>
          <a:lstStyle/>
          <a:p>
            <a:fld id="{C030D4F0-B8A4-47DC-8857-2010E33F1323}" type="slidenum">
              <a:rPr lang="en-IN" smtClean="0"/>
              <a:t>‹#›</a:t>
            </a:fld>
            <a:endParaRPr lang="en-IN"/>
          </a:p>
        </p:txBody>
      </p:sp>
    </p:spTree>
    <p:extLst>
      <p:ext uri="{BB962C8B-B14F-4D97-AF65-F5344CB8AC3E}">
        <p14:creationId xmlns:p14="http://schemas.microsoft.com/office/powerpoint/2010/main" val="1919093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9EA90-8BD5-A9CE-BD10-B933AEF5BD7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731486-F0EB-50EC-98A3-9299817105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671C2E-B0C7-83B7-A330-AA802D6010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7240447-927C-C47C-41AF-6E8B9634E0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2AC8CF-678E-8705-0C29-C658713D41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C82DF0-CEE8-31FD-BD62-2AF44F71787A}"/>
              </a:ext>
            </a:extLst>
          </p:cNvPr>
          <p:cNvSpPr>
            <a:spLocks noGrp="1"/>
          </p:cNvSpPr>
          <p:nvPr>
            <p:ph type="dt" sz="half" idx="10"/>
          </p:nvPr>
        </p:nvSpPr>
        <p:spPr/>
        <p:txBody>
          <a:bodyPr/>
          <a:lstStyle/>
          <a:p>
            <a:fld id="{4EEF9A35-0EE3-48C6-A204-DC5AA8762D59}" type="datetimeFigureOut">
              <a:rPr lang="en-IN" smtClean="0"/>
              <a:t>02-10-2025</a:t>
            </a:fld>
            <a:endParaRPr lang="en-IN"/>
          </a:p>
        </p:txBody>
      </p:sp>
      <p:sp>
        <p:nvSpPr>
          <p:cNvPr id="8" name="Footer Placeholder 7">
            <a:extLst>
              <a:ext uri="{FF2B5EF4-FFF2-40B4-BE49-F238E27FC236}">
                <a16:creationId xmlns:a16="http://schemas.microsoft.com/office/drawing/2014/main" id="{13AF4D49-0703-B940-0E1F-F993071D003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F5DEF22-756F-8485-DF74-9D7F8E71F6F8}"/>
              </a:ext>
            </a:extLst>
          </p:cNvPr>
          <p:cNvSpPr>
            <a:spLocks noGrp="1"/>
          </p:cNvSpPr>
          <p:nvPr>
            <p:ph type="sldNum" sz="quarter" idx="12"/>
          </p:nvPr>
        </p:nvSpPr>
        <p:spPr/>
        <p:txBody>
          <a:bodyPr/>
          <a:lstStyle/>
          <a:p>
            <a:fld id="{C030D4F0-B8A4-47DC-8857-2010E33F1323}" type="slidenum">
              <a:rPr lang="en-IN" smtClean="0"/>
              <a:t>‹#›</a:t>
            </a:fld>
            <a:endParaRPr lang="en-IN"/>
          </a:p>
        </p:txBody>
      </p:sp>
    </p:spTree>
    <p:extLst>
      <p:ext uri="{BB962C8B-B14F-4D97-AF65-F5344CB8AC3E}">
        <p14:creationId xmlns:p14="http://schemas.microsoft.com/office/powerpoint/2010/main" val="28762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8B592-B65A-A717-797C-5D3A0A81FA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5840F74-4CE8-23E9-AD5C-713396CAB562}"/>
              </a:ext>
            </a:extLst>
          </p:cNvPr>
          <p:cNvSpPr>
            <a:spLocks noGrp="1"/>
          </p:cNvSpPr>
          <p:nvPr>
            <p:ph type="dt" sz="half" idx="10"/>
          </p:nvPr>
        </p:nvSpPr>
        <p:spPr/>
        <p:txBody>
          <a:bodyPr/>
          <a:lstStyle/>
          <a:p>
            <a:fld id="{4EEF9A35-0EE3-48C6-A204-DC5AA8762D59}" type="datetimeFigureOut">
              <a:rPr lang="en-IN" smtClean="0"/>
              <a:t>02-10-2025</a:t>
            </a:fld>
            <a:endParaRPr lang="en-IN"/>
          </a:p>
        </p:txBody>
      </p:sp>
      <p:sp>
        <p:nvSpPr>
          <p:cNvPr id="4" name="Footer Placeholder 3">
            <a:extLst>
              <a:ext uri="{FF2B5EF4-FFF2-40B4-BE49-F238E27FC236}">
                <a16:creationId xmlns:a16="http://schemas.microsoft.com/office/drawing/2014/main" id="{D6B33C95-0549-7495-B27C-20A34657CB4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67C9FCB-191C-F8D9-D520-32958B446B93}"/>
              </a:ext>
            </a:extLst>
          </p:cNvPr>
          <p:cNvSpPr>
            <a:spLocks noGrp="1"/>
          </p:cNvSpPr>
          <p:nvPr>
            <p:ph type="sldNum" sz="quarter" idx="12"/>
          </p:nvPr>
        </p:nvSpPr>
        <p:spPr/>
        <p:txBody>
          <a:bodyPr/>
          <a:lstStyle/>
          <a:p>
            <a:fld id="{C030D4F0-B8A4-47DC-8857-2010E33F1323}" type="slidenum">
              <a:rPr lang="en-IN" smtClean="0"/>
              <a:t>‹#›</a:t>
            </a:fld>
            <a:endParaRPr lang="en-IN"/>
          </a:p>
        </p:txBody>
      </p:sp>
    </p:spTree>
    <p:extLst>
      <p:ext uri="{BB962C8B-B14F-4D97-AF65-F5344CB8AC3E}">
        <p14:creationId xmlns:p14="http://schemas.microsoft.com/office/powerpoint/2010/main" val="2765842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C9BA82-67E3-6306-E957-D445DBC9F09E}"/>
              </a:ext>
            </a:extLst>
          </p:cNvPr>
          <p:cNvSpPr>
            <a:spLocks noGrp="1"/>
          </p:cNvSpPr>
          <p:nvPr>
            <p:ph type="dt" sz="half" idx="10"/>
          </p:nvPr>
        </p:nvSpPr>
        <p:spPr/>
        <p:txBody>
          <a:bodyPr/>
          <a:lstStyle/>
          <a:p>
            <a:fld id="{4EEF9A35-0EE3-48C6-A204-DC5AA8762D59}" type="datetimeFigureOut">
              <a:rPr lang="en-IN" smtClean="0"/>
              <a:t>02-10-2025</a:t>
            </a:fld>
            <a:endParaRPr lang="en-IN"/>
          </a:p>
        </p:txBody>
      </p:sp>
      <p:sp>
        <p:nvSpPr>
          <p:cNvPr id="3" name="Footer Placeholder 2">
            <a:extLst>
              <a:ext uri="{FF2B5EF4-FFF2-40B4-BE49-F238E27FC236}">
                <a16:creationId xmlns:a16="http://schemas.microsoft.com/office/drawing/2014/main" id="{069335E7-E411-475F-862E-6457895849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2B84828-FE58-07E6-8FC4-896BAD5E59F1}"/>
              </a:ext>
            </a:extLst>
          </p:cNvPr>
          <p:cNvSpPr>
            <a:spLocks noGrp="1"/>
          </p:cNvSpPr>
          <p:nvPr>
            <p:ph type="sldNum" sz="quarter" idx="12"/>
          </p:nvPr>
        </p:nvSpPr>
        <p:spPr/>
        <p:txBody>
          <a:bodyPr/>
          <a:lstStyle/>
          <a:p>
            <a:fld id="{C030D4F0-B8A4-47DC-8857-2010E33F1323}" type="slidenum">
              <a:rPr lang="en-IN" smtClean="0"/>
              <a:t>‹#›</a:t>
            </a:fld>
            <a:endParaRPr lang="en-IN"/>
          </a:p>
        </p:txBody>
      </p:sp>
    </p:spTree>
    <p:extLst>
      <p:ext uri="{BB962C8B-B14F-4D97-AF65-F5344CB8AC3E}">
        <p14:creationId xmlns:p14="http://schemas.microsoft.com/office/powerpoint/2010/main" val="2444542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D664D-365A-C2CE-31CD-C2B7803F36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69B33E-5525-D58A-92F2-CE75CD561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031DE7-9F89-3B12-E129-E898ED88C5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5F6C76-AE1E-7E79-F79F-5532D0772D9A}"/>
              </a:ext>
            </a:extLst>
          </p:cNvPr>
          <p:cNvSpPr>
            <a:spLocks noGrp="1"/>
          </p:cNvSpPr>
          <p:nvPr>
            <p:ph type="dt" sz="half" idx="10"/>
          </p:nvPr>
        </p:nvSpPr>
        <p:spPr/>
        <p:txBody>
          <a:bodyPr/>
          <a:lstStyle/>
          <a:p>
            <a:fld id="{4EEF9A35-0EE3-48C6-A204-DC5AA8762D59}" type="datetimeFigureOut">
              <a:rPr lang="en-IN" smtClean="0"/>
              <a:t>02-10-2025</a:t>
            </a:fld>
            <a:endParaRPr lang="en-IN"/>
          </a:p>
        </p:txBody>
      </p:sp>
      <p:sp>
        <p:nvSpPr>
          <p:cNvPr id="6" name="Footer Placeholder 5">
            <a:extLst>
              <a:ext uri="{FF2B5EF4-FFF2-40B4-BE49-F238E27FC236}">
                <a16:creationId xmlns:a16="http://schemas.microsoft.com/office/drawing/2014/main" id="{AE4E27EE-D670-208E-3015-4E9C4ECD9E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9F7DB-700A-068F-D2B3-0CB9EBE3342D}"/>
              </a:ext>
            </a:extLst>
          </p:cNvPr>
          <p:cNvSpPr>
            <a:spLocks noGrp="1"/>
          </p:cNvSpPr>
          <p:nvPr>
            <p:ph type="sldNum" sz="quarter" idx="12"/>
          </p:nvPr>
        </p:nvSpPr>
        <p:spPr/>
        <p:txBody>
          <a:bodyPr/>
          <a:lstStyle/>
          <a:p>
            <a:fld id="{C030D4F0-B8A4-47DC-8857-2010E33F1323}" type="slidenum">
              <a:rPr lang="en-IN" smtClean="0"/>
              <a:t>‹#›</a:t>
            </a:fld>
            <a:endParaRPr lang="en-IN"/>
          </a:p>
        </p:txBody>
      </p:sp>
    </p:spTree>
    <p:extLst>
      <p:ext uri="{BB962C8B-B14F-4D97-AF65-F5344CB8AC3E}">
        <p14:creationId xmlns:p14="http://schemas.microsoft.com/office/powerpoint/2010/main" val="2773265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CC96B-9EA5-0556-05E4-5816DBF4A3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1146D38-4B8B-3414-6BE4-B742AA5E7C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4C66B7C-26C4-F593-3D23-4F853F4B99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9D9149-D32E-C55E-C3F2-B998D9155231}"/>
              </a:ext>
            </a:extLst>
          </p:cNvPr>
          <p:cNvSpPr>
            <a:spLocks noGrp="1"/>
          </p:cNvSpPr>
          <p:nvPr>
            <p:ph type="dt" sz="half" idx="10"/>
          </p:nvPr>
        </p:nvSpPr>
        <p:spPr/>
        <p:txBody>
          <a:bodyPr/>
          <a:lstStyle/>
          <a:p>
            <a:fld id="{4EEF9A35-0EE3-48C6-A204-DC5AA8762D59}" type="datetimeFigureOut">
              <a:rPr lang="en-IN" smtClean="0"/>
              <a:t>02-10-2025</a:t>
            </a:fld>
            <a:endParaRPr lang="en-IN"/>
          </a:p>
        </p:txBody>
      </p:sp>
      <p:sp>
        <p:nvSpPr>
          <p:cNvPr id="6" name="Footer Placeholder 5">
            <a:extLst>
              <a:ext uri="{FF2B5EF4-FFF2-40B4-BE49-F238E27FC236}">
                <a16:creationId xmlns:a16="http://schemas.microsoft.com/office/drawing/2014/main" id="{C3DE453E-9E49-0CC9-0948-D0E332E16B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655574-D8BE-9923-96B8-D4C7C2DA6602}"/>
              </a:ext>
            </a:extLst>
          </p:cNvPr>
          <p:cNvSpPr>
            <a:spLocks noGrp="1"/>
          </p:cNvSpPr>
          <p:nvPr>
            <p:ph type="sldNum" sz="quarter" idx="12"/>
          </p:nvPr>
        </p:nvSpPr>
        <p:spPr/>
        <p:txBody>
          <a:bodyPr/>
          <a:lstStyle/>
          <a:p>
            <a:fld id="{C030D4F0-B8A4-47DC-8857-2010E33F1323}" type="slidenum">
              <a:rPr lang="en-IN" smtClean="0"/>
              <a:t>‹#›</a:t>
            </a:fld>
            <a:endParaRPr lang="en-IN"/>
          </a:p>
        </p:txBody>
      </p:sp>
    </p:spTree>
    <p:extLst>
      <p:ext uri="{BB962C8B-B14F-4D97-AF65-F5344CB8AC3E}">
        <p14:creationId xmlns:p14="http://schemas.microsoft.com/office/powerpoint/2010/main" val="3260734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E78E-D389-A212-1F50-DD44BF8770C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E00C83-2745-F597-B6E9-C1EB39D17C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F5EE31-0A3A-7C67-7913-299438F6CCB0}"/>
              </a:ext>
            </a:extLst>
          </p:cNvPr>
          <p:cNvSpPr>
            <a:spLocks noGrp="1"/>
          </p:cNvSpPr>
          <p:nvPr>
            <p:ph type="dt" sz="half" idx="10"/>
          </p:nvPr>
        </p:nvSpPr>
        <p:spPr/>
        <p:txBody>
          <a:bodyPr/>
          <a:lstStyle/>
          <a:p>
            <a:fld id="{4EEF9A35-0EE3-48C6-A204-DC5AA8762D59}" type="datetimeFigureOut">
              <a:rPr lang="en-IN" smtClean="0"/>
              <a:t>02-10-2025</a:t>
            </a:fld>
            <a:endParaRPr lang="en-IN"/>
          </a:p>
        </p:txBody>
      </p:sp>
      <p:sp>
        <p:nvSpPr>
          <p:cNvPr id="5" name="Footer Placeholder 4">
            <a:extLst>
              <a:ext uri="{FF2B5EF4-FFF2-40B4-BE49-F238E27FC236}">
                <a16:creationId xmlns:a16="http://schemas.microsoft.com/office/drawing/2014/main" id="{1D0E53A6-9E58-9851-7580-E5AD30FD27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72A5B2-6A11-0E6F-65D0-948750A0FE39}"/>
              </a:ext>
            </a:extLst>
          </p:cNvPr>
          <p:cNvSpPr>
            <a:spLocks noGrp="1"/>
          </p:cNvSpPr>
          <p:nvPr>
            <p:ph type="sldNum" sz="quarter" idx="12"/>
          </p:nvPr>
        </p:nvSpPr>
        <p:spPr/>
        <p:txBody>
          <a:bodyPr/>
          <a:lstStyle/>
          <a:p>
            <a:fld id="{C030D4F0-B8A4-47DC-8857-2010E33F1323}" type="slidenum">
              <a:rPr lang="en-IN" smtClean="0"/>
              <a:t>‹#›</a:t>
            </a:fld>
            <a:endParaRPr lang="en-IN"/>
          </a:p>
        </p:txBody>
      </p:sp>
    </p:spTree>
    <p:extLst>
      <p:ext uri="{BB962C8B-B14F-4D97-AF65-F5344CB8AC3E}">
        <p14:creationId xmlns:p14="http://schemas.microsoft.com/office/powerpoint/2010/main" val="1866739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8F9D22-8A5B-9E00-9AE8-554EF58158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1747BE-F8B5-CFEC-5AA1-09E3E31335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AD8A5C-D9D9-7C0A-88C0-A8F0A40EE795}"/>
              </a:ext>
            </a:extLst>
          </p:cNvPr>
          <p:cNvSpPr>
            <a:spLocks noGrp="1"/>
          </p:cNvSpPr>
          <p:nvPr>
            <p:ph type="dt" sz="half" idx="10"/>
          </p:nvPr>
        </p:nvSpPr>
        <p:spPr/>
        <p:txBody>
          <a:bodyPr/>
          <a:lstStyle/>
          <a:p>
            <a:fld id="{4EEF9A35-0EE3-48C6-A204-DC5AA8762D59}" type="datetimeFigureOut">
              <a:rPr lang="en-IN" smtClean="0"/>
              <a:t>02-10-2025</a:t>
            </a:fld>
            <a:endParaRPr lang="en-IN"/>
          </a:p>
        </p:txBody>
      </p:sp>
      <p:sp>
        <p:nvSpPr>
          <p:cNvPr id="5" name="Footer Placeholder 4">
            <a:extLst>
              <a:ext uri="{FF2B5EF4-FFF2-40B4-BE49-F238E27FC236}">
                <a16:creationId xmlns:a16="http://schemas.microsoft.com/office/drawing/2014/main" id="{B76698D5-BE2C-533A-9901-A0304EE1BB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C4F3CD-AC6A-7090-B384-1B0ED0E53D0E}"/>
              </a:ext>
            </a:extLst>
          </p:cNvPr>
          <p:cNvSpPr>
            <a:spLocks noGrp="1"/>
          </p:cNvSpPr>
          <p:nvPr>
            <p:ph type="sldNum" sz="quarter" idx="12"/>
          </p:nvPr>
        </p:nvSpPr>
        <p:spPr/>
        <p:txBody>
          <a:bodyPr/>
          <a:lstStyle/>
          <a:p>
            <a:fld id="{C030D4F0-B8A4-47DC-8857-2010E33F1323}" type="slidenum">
              <a:rPr lang="en-IN" smtClean="0"/>
              <a:t>‹#›</a:t>
            </a:fld>
            <a:endParaRPr lang="en-IN"/>
          </a:p>
        </p:txBody>
      </p:sp>
    </p:spTree>
    <p:extLst>
      <p:ext uri="{BB962C8B-B14F-4D97-AF65-F5344CB8AC3E}">
        <p14:creationId xmlns:p14="http://schemas.microsoft.com/office/powerpoint/2010/main" val="3081128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737ECF-FBAE-99B7-33B8-D866B09FB5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26B08B-C62B-E7E6-AD7A-7227F50A4F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61DEDC-F72E-A769-AFF7-8FFCBC105B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EF9A35-0EE3-48C6-A204-DC5AA8762D59}" type="datetimeFigureOut">
              <a:rPr lang="en-IN" smtClean="0"/>
              <a:t>02-10-2025</a:t>
            </a:fld>
            <a:endParaRPr lang="en-IN"/>
          </a:p>
        </p:txBody>
      </p:sp>
      <p:sp>
        <p:nvSpPr>
          <p:cNvPr id="5" name="Footer Placeholder 4">
            <a:extLst>
              <a:ext uri="{FF2B5EF4-FFF2-40B4-BE49-F238E27FC236}">
                <a16:creationId xmlns:a16="http://schemas.microsoft.com/office/drawing/2014/main" id="{683D1171-3D79-FD23-4438-4697607035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077BF6F-3274-9E05-34A3-95AD521E4C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30D4F0-B8A4-47DC-8857-2010E33F1323}" type="slidenum">
              <a:rPr lang="en-IN" smtClean="0"/>
              <a:t>‹#›</a:t>
            </a:fld>
            <a:endParaRPr lang="en-IN"/>
          </a:p>
        </p:txBody>
      </p:sp>
    </p:spTree>
    <p:extLst>
      <p:ext uri="{BB962C8B-B14F-4D97-AF65-F5344CB8AC3E}">
        <p14:creationId xmlns:p14="http://schemas.microsoft.com/office/powerpoint/2010/main" val="2632764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9268C-61D3-8F9E-F628-71887539F6D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81F2758-C32A-67CC-51C9-E2C3BEC15E9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52626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2" name="Freeform: Shape 4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4" name="Freeform: Shape 4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Rectangle 4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8" name="Rectangle 4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362A7E1-1D62-5BA3-8A9C-6F7151D899B5}"/>
              </a:ext>
            </a:extLst>
          </p:cNvPr>
          <p:cNvSpPr txBox="1"/>
          <p:nvPr/>
        </p:nvSpPr>
        <p:spPr>
          <a:xfrm>
            <a:off x="503811" y="149868"/>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b="1" dirty="0"/>
              <a:t>Schema and Table -</a:t>
            </a:r>
          </a:p>
        </p:txBody>
      </p:sp>
      <p:pic>
        <p:nvPicPr>
          <p:cNvPr id="3" name="Picture 2" descr="A screenshot of a computer&#10;&#10;AI-generated content may be incorrect.">
            <a:extLst>
              <a:ext uri="{FF2B5EF4-FFF2-40B4-BE49-F238E27FC236}">
                <a16:creationId xmlns:a16="http://schemas.microsoft.com/office/drawing/2014/main" id="{9089D04A-7CC2-5372-8A2E-12100BB9B754}"/>
              </a:ext>
            </a:extLst>
          </p:cNvPr>
          <p:cNvPicPr>
            <a:picLocks noChangeAspect="1"/>
          </p:cNvPicPr>
          <p:nvPr/>
        </p:nvPicPr>
        <p:blipFill>
          <a:blip r:embed="rId2">
            <a:extLst>
              <a:ext uri="{28A0092B-C50C-407E-A947-70E740481C1C}">
                <a14:useLocalDpi xmlns:a14="http://schemas.microsoft.com/office/drawing/2010/main" val="0"/>
              </a:ext>
            </a:extLst>
          </a:blip>
          <a:srcRect t="341" b="18415"/>
          <a:stretch>
            <a:fillRect/>
          </a:stretch>
        </p:blipFill>
        <p:spPr>
          <a:xfrm>
            <a:off x="707328" y="1090004"/>
            <a:ext cx="10199841" cy="5220659"/>
          </a:xfrm>
          <a:prstGeom prst="rect">
            <a:avLst/>
          </a:prstGeom>
        </p:spPr>
      </p:pic>
      <p:sp>
        <p:nvSpPr>
          <p:cNvPr id="5" name="Rectangle 4">
            <a:extLst>
              <a:ext uri="{FF2B5EF4-FFF2-40B4-BE49-F238E27FC236}">
                <a16:creationId xmlns:a16="http://schemas.microsoft.com/office/drawing/2014/main" id="{6A19A9D0-9984-F9B5-2664-A17B9B925960}"/>
              </a:ext>
            </a:extLst>
          </p:cNvPr>
          <p:cNvSpPr/>
          <p:nvPr/>
        </p:nvSpPr>
        <p:spPr>
          <a:xfrm>
            <a:off x="395893" y="637720"/>
            <a:ext cx="10822713" cy="8986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764375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A48165-2F29-66F8-77EE-717136C56FFD}"/>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2100" b="1" kern="1200" dirty="0">
                <a:solidFill>
                  <a:schemeClr val="tx1"/>
                </a:solidFill>
                <a:latin typeface="+mj-lt"/>
                <a:ea typeface="+mj-ea"/>
                <a:cs typeface="+mj-cs"/>
              </a:rPr>
              <a:t>Analysis – I</a:t>
            </a:r>
            <a:br>
              <a:rPr lang="en-US" sz="2100" b="1" kern="1200" dirty="0">
                <a:solidFill>
                  <a:schemeClr val="tx1"/>
                </a:solidFill>
                <a:latin typeface="+mj-lt"/>
                <a:ea typeface="+mj-ea"/>
                <a:cs typeface="+mj-cs"/>
              </a:rPr>
            </a:br>
            <a:br>
              <a:rPr lang="en-US" sz="2100" kern="1200" dirty="0">
                <a:solidFill>
                  <a:schemeClr val="tx1"/>
                </a:solidFill>
                <a:latin typeface="+mj-lt"/>
                <a:ea typeface="+mj-ea"/>
                <a:cs typeface="+mj-cs"/>
              </a:rPr>
            </a:br>
            <a:r>
              <a:rPr lang="en-US" sz="2100" kern="1200" dirty="0">
                <a:solidFill>
                  <a:schemeClr val="tx1"/>
                </a:solidFill>
                <a:latin typeface="+mj-lt"/>
                <a:ea typeface="+mj-ea"/>
                <a:cs typeface="+mj-cs"/>
              </a:rPr>
              <a:t>1)To simplify its financial reports, Amazon India needs to standardize payment values. Round the average payment values to integer (no decimal) for each payment type and display the results sorted in ascending order.</a:t>
            </a:r>
            <a:br>
              <a:rPr lang="en-US" sz="2100" kern="1200" dirty="0">
                <a:solidFill>
                  <a:schemeClr val="tx1"/>
                </a:solidFill>
                <a:latin typeface="+mj-lt"/>
                <a:ea typeface="+mj-ea"/>
                <a:cs typeface="+mj-cs"/>
              </a:rPr>
            </a:br>
            <a:r>
              <a:rPr lang="en-US" sz="2100" kern="1200" dirty="0">
                <a:solidFill>
                  <a:schemeClr val="tx1"/>
                </a:solidFill>
                <a:latin typeface="+mj-lt"/>
                <a:ea typeface="+mj-ea"/>
                <a:cs typeface="+mj-cs"/>
              </a:rPr>
              <a:t>Output: payment_type, rounded_avg_payment</a:t>
            </a:r>
          </a:p>
        </p:txBody>
      </p:sp>
      <p:sp>
        <p:nvSpPr>
          <p:cNvPr id="79"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B117C63E-F0C5-F026-C145-B729C60E12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2489" y="3185292"/>
            <a:ext cx="5528397" cy="2914723"/>
          </a:xfrm>
          <a:prstGeom prst="rect">
            <a:avLst/>
          </a:prstGeom>
        </p:spPr>
      </p:pic>
      <p:sp>
        <p:nvSpPr>
          <p:cNvPr id="7" name="TextBox 6">
            <a:extLst>
              <a:ext uri="{FF2B5EF4-FFF2-40B4-BE49-F238E27FC236}">
                <a16:creationId xmlns:a16="http://schemas.microsoft.com/office/drawing/2014/main" id="{75190CE2-F801-EDDA-4B1D-087D9E4DF859}"/>
              </a:ext>
            </a:extLst>
          </p:cNvPr>
          <p:cNvSpPr txBox="1"/>
          <p:nvPr/>
        </p:nvSpPr>
        <p:spPr>
          <a:xfrm>
            <a:off x="4666488" y="998820"/>
            <a:ext cx="6894576" cy="1428487"/>
          </a:xfrm>
          <a:prstGeom prst="rect">
            <a:avLst/>
          </a:prstGeom>
        </p:spPr>
        <p:txBody>
          <a:bodyPr vert="horz" lIns="91440" tIns="45720" rIns="91440" bIns="45720" rtlCol="0" anchor="t">
            <a:noAutofit/>
          </a:bodyPr>
          <a:lstStyle/>
          <a:p>
            <a:pPr>
              <a:lnSpc>
                <a:spcPct val="90000"/>
              </a:lnSpc>
              <a:spcAft>
                <a:spcPts val="600"/>
              </a:spcAft>
            </a:pPr>
            <a:r>
              <a:rPr lang="en-US" dirty="0"/>
              <a:t>SELECT </a:t>
            </a:r>
            <a:r>
              <a:rPr lang="en-US" dirty="0" err="1"/>
              <a:t>payment_type,round</a:t>
            </a:r>
            <a:r>
              <a:rPr lang="en-US" dirty="0"/>
              <a:t>(avg(</a:t>
            </a:r>
            <a:r>
              <a:rPr lang="en-US" dirty="0" err="1"/>
              <a:t>payment_value</a:t>
            </a:r>
            <a:r>
              <a:rPr lang="en-US" dirty="0"/>
              <a:t>),0) as rounded_avg_payment</a:t>
            </a:r>
          </a:p>
          <a:p>
            <a:pPr>
              <a:lnSpc>
                <a:spcPct val="90000"/>
              </a:lnSpc>
              <a:spcAft>
                <a:spcPts val="600"/>
              </a:spcAft>
            </a:pPr>
            <a:r>
              <a:rPr lang="en-US" dirty="0"/>
              <a:t>FROM </a:t>
            </a:r>
            <a:r>
              <a:rPr lang="en-US" dirty="0" err="1"/>
              <a:t>amazon_brazil.payments</a:t>
            </a:r>
            <a:endParaRPr lang="en-US" dirty="0"/>
          </a:p>
          <a:p>
            <a:pPr>
              <a:lnSpc>
                <a:spcPct val="90000"/>
              </a:lnSpc>
              <a:spcAft>
                <a:spcPts val="600"/>
              </a:spcAft>
            </a:pPr>
            <a:r>
              <a:rPr lang="en-US" dirty="0"/>
              <a:t>GROUP BY </a:t>
            </a:r>
            <a:r>
              <a:rPr lang="en-US" dirty="0" err="1"/>
              <a:t>payment_type</a:t>
            </a:r>
            <a:endParaRPr lang="en-US" dirty="0"/>
          </a:p>
          <a:p>
            <a:pPr>
              <a:lnSpc>
                <a:spcPct val="90000"/>
              </a:lnSpc>
              <a:spcAft>
                <a:spcPts val="600"/>
              </a:spcAft>
            </a:pPr>
            <a:r>
              <a:rPr lang="en-US" dirty="0"/>
              <a:t>ORDER BY rounded_avg_payment;</a:t>
            </a:r>
          </a:p>
        </p:txBody>
      </p:sp>
    </p:spTree>
    <p:extLst>
      <p:ext uri="{BB962C8B-B14F-4D97-AF65-F5344CB8AC3E}">
        <p14:creationId xmlns:p14="http://schemas.microsoft.com/office/powerpoint/2010/main" val="366096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E7ED87-6480-35B2-C550-25783743EFE4}"/>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EDDC14-4D42-9D67-82C9-787F2BEB4252}"/>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2100" kern="1200" dirty="0">
                <a:solidFill>
                  <a:schemeClr val="tx1"/>
                </a:solidFill>
                <a:latin typeface="+mj-lt"/>
                <a:ea typeface="+mj-ea"/>
                <a:cs typeface="+mj-cs"/>
              </a:rPr>
              <a:t>2)To refine its payment strategy, Amazon India wants to know the distribution of orders by payment type. Calculate the percentage of total orders for each payment type, rounded to one decimal place, and display them in descending order</a:t>
            </a:r>
            <a:br>
              <a:rPr lang="en-US" sz="2100" kern="1200" dirty="0">
                <a:solidFill>
                  <a:schemeClr val="tx1"/>
                </a:solidFill>
                <a:latin typeface="+mj-lt"/>
                <a:ea typeface="+mj-ea"/>
                <a:cs typeface="+mj-cs"/>
              </a:rPr>
            </a:br>
            <a:r>
              <a:rPr lang="en-US" sz="2100" kern="1200" dirty="0">
                <a:solidFill>
                  <a:schemeClr val="tx1"/>
                </a:solidFill>
                <a:latin typeface="+mj-lt"/>
                <a:ea typeface="+mj-ea"/>
                <a:cs typeface="+mj-cs"/>
              </a:rPr>
              <a:t>Output: </a:t>
            </a:r>
            <a:r>
              <a:rPr lang="en-US" sz="2100" kern="1200" dirty="0" err="1">
                <a:solidFill>
                  <a:schemeClr val="tx1"/>
                </a:solidFill>
                <a:latin typeface="+mj-lt"/>
                <a:ea typeface="+mj-ea"/>
                <a:cs typeface="+mj-cs"/>
              </a:rPr>
              <a:t>payment_type</a:t>
            </a:r>
            <a:r>
              <a:rPr lang="en-US" sz="2100" kern="1200" dirty="0">
                <a:solidFill>
                  <a:schemeClr val="tx1"/>
                </a:solidFill>
                <a:latin typeface="+mj-lt"/>
                <a:ea typeface="+mj-ea"/>
                <a:cs typeface="+mj-cs"/>
              </a:rPr>
              <a:t>, </a:t>
            </a:r>
            <a:r>
              <a:rPr lang="en-US" sz="2100" kern="1200" dirty="0" err="1">
                <a:solidFill>
                  <a:schemeClr val="tx1"/>
                </a:solidFill>
                <a:latin typeface="+mj-lt"/>
                <a:ea typeface="+mj-ea"/>
                <a:cs typeface="+mj-cs"/>
              </a:rPr>
              <a:t>percentage_orders</a:t>
            </a:r>
            <a:endParaRPr lang="en-US" sz="2100" kern="1200" dirty="0">
              <a:solidFill>
                <a:schemeClr val="tx1"/>
              </a:solidFill>
              <a:latin typeface="+mj-lt"/>
              <a:ea typeface="+mj-ea"/>
              <a:cs typeface="+mj-cs"/>
            </a:endParaRPr>
          </a:p>
        </p:txBody>
      </p:sp>
      <p:sp>
        <p:nvSpPr>
          <p:cNvPr id="3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screenshot of a computer screen&#10;&#10;AI-generated content may be incorrect.">
            <a:extLst>
              <a:ext uri="{FF2B5EF4-FFF2-40B4-BE49-F238E27FC236}">
                <a16:creationId xmlns:a16="http://schemas.microsoft.com/office/drawing/2014/main" id="{11A447F6-67BA-9D00-ECA5-68E3502F42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81728" y="3073296"/>
            <a:ext cx="5422392" cy="2961569"/>
          </a:xfrm>
          <a:prstGeom prst="rect">
            <a:avLst/>
          </a:prstGeom>
        </p:spPr>
      </p:pic>
      <p:sp>
        <p:nvSpPr>
          <p:cNvPr id="10" name="TextBox 9">
            <a:extLst>
              <a:ext uri="{FF2B5EF4-FFF2-40B4-BE49-F238E27FC236}">
                <a16:creationId xmlns:a16="http://schemas.microsoft.com/office/drawing/2014/main" id="{8158D302-8A7A-94FA-518A-399C0946A155}"/>
              </a:ext>
            </a:extLst>
          </p:cNvPr>
          <p:cNvSpPr txBox="1"/>
          <p:nvPr/>
        </p:nvSpPr>
        <p:spPr>
          <a:xfrm>
            <a:off x="4567466" y="976376"/>
            <a:ext cx="7501051" cy="1428487"/>
          </a:xfrm>
          <a:prstGeom prst="rect">
            <a:avLst/>
          </a:prstGeom>
        </p:spPr>
        <p:txBody>
          <a:bodyPr vert="horz" lIns="91440" tIns="45720" rIns="91440" bIns="45720" rtlCol="0" anchor="t">
            <a:noAutofit/>
          </a:bodyPr>
          <a:lstStyle/>
          <a:p>
            <a:pPr>
              <a:lnSpc>
                <a:spcPct val="90000"/>
              </a:lnSpc>
              <a:spcAft>
                <a:spcPts val="600"/>
              </a:spcAft>
            </a:pPr>
            <a:r>
              <a:rPr lang="en-US" dirty="0"/>
              <a:t>SELECT </a:t>
            </a:r>
            <a:r>
              <a:rPr lang="en-US" dirty="0" err="1"/>
              <a:t>payment_type,round</a:t>
            </a:r>
            <a:r>
              <a:rPr lang="en-US" dirty="0"/>
              <a:t>(count(</a:t>
            </a:r>
            <a:r>
              <a:rPr lang="en-US" dirty="0" err="1"/>
              <a:t>order_id</a:t>
            </a:r>
            <a:r>
              <a:rPr lang="en-US" dirty="0"/>
              <a:t>)*100*1.0 / (SELECT count(*) </a:t>
            </a:r>
          </a:p>
          <a:p>
            <a:pPr>
              <a:lnSpc>
                <a:spcPct val="90000"/>
              </a:lnSpc>
              <a:spcAft>
                <a:spcPts val="600"/>
              </a:spcAft>
            </a:pPr>
            <a:r>
              <a:rPr lang="en-US" dirty="0"/>
              <a:t>FROM </a:t>
            </a:r>
            <a:r>
              <a:rPr lang="en-US" dirty="0" err="1"/>
              <a:t>amazon_brazil.payments</a:t>
            </a:r>
            <a:r>
              <a:rPr lang="en-US" dirty="0"/>
              <a:t>),1) as "</a:t>
            </a:r>
            <a:r>
              <a:rPr lang="en-US" dirty="0" err="1"/>
              <a:t>percentage_orders</a:t>
            </a:r>
            <a:r>
              <a:rPr lang="en-US" dirty="0"/>
              <a:t>“</a:t>
            </a:r>
          </a:p>
          <a:p>
            <a:pPr>
              <a:lnSpc>
                <a:spcPct val="90000"/>
              </a:lnSpc>
              <a:spcAft>
                <a:spcPts val="600"/>
              </a:spcAft>
            </a:pPr>
            <a:r>
              <a:rPr lang="en-US" dirty="0"/>
              <a:t>FROM </a:t>
            </a:r>
            <a:r>
              <a:rPr lang="en-US" dirty="0" err="1"/>
              <a:t>amazon_brazil.payments</a:t>
            </a:r>
            <a:endParaRPr lang="en-US" dirty="0"/>
          </a:p>
          <a:p>
            <a:pPr>
              <a:lnSpc>
                <a:spcPct val="90000"/>
              </a:lnSpc>
              <a:spcAft>
                <a:spcPts val="600"/>
              </a:spcAft>
            </a:pPr>
            <a:r>
              <a:rPr lang="en-US" dirty="0"/>
              <a:t>GROUP BY payment_type</a:t>
            </a:r>
          </a:p>
          <a:p>
            <a:pPr>
              <a:lnSpc>
                <a:spcPct val="90000"/>
              </a:lnSpc>
              <a:spcAft>
                <a:spcPts val="600"/>
              </a:spcAft>
            </a:pPr>
            <a:r>
              <a:rPr lang="en-US" dirty="0"/>
              <a:t>ORDER BY </a:t>
            </a:r>
            <a:r>
              <a:rPr lang="en-US" dirty="0" err="1"/>
              <a:t>percentage_orders</a:t>
            </a:r>
            <a:r>
              <a:rPr lang="en-US" dirty="0"/>
              <a:t> DESC;</a:t>
            </a:r>
          </a:p>
        </p:txBody>
      </p:sp>
    </p:spTree>
    <p:extLst>
      <p:ext uri="{BB962C8B-B14F-4D97-AF65-F5344CB8AC3E}">
        <p14:creationId xmlns:p14="http://schemas.microsoft.com/office/powerpoint/2010/main" val="2975684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420E83-6A9D-797B-F3B4-03F3911123D6}"/>
              </a:ext>
            </a:extLst>
          </p:cNvPr>
          <p:cNvSpPr>
            <a:spLocks noGrp="1"/>
          </p:cNvSpPr>
          <p:nvPr>
            <p:ph type="title"/>
          </p:nvPr>
        </p:nvSpPr>
        <p:spPr>
          <a:xfrm>
            <a:off x="568960" y="488188"/>
            <a:ext cx="6894576" cy="1783080"/>
          </a:xfrm>
        </p:spPr>
        <p:txBody>
          <a:bodyPr vert="horz" lIns="91440" tIns="45720" rIns="91440" bIns="45720" rtlCol="0" anchor="b">
            <a:noAutofit/>
          </a:bodyPr>
          <a:lstStyle/>
          <a:p>
            <a:r>
              <a:rPr lang="en-US" sz="2100" dirty="0"/>
              <a:t>3)Amazon India seeks to create targeted promotions for products within specific price ranges. Identify all products priced between 100 and 500 BRL that contain the word 'Smart' in their name. Display these products, sorted by price in descending order.</a:t>
            </a:r>
            <a:br>
              <a:rPr lang="en-US" sz="2100" dirty="0"/>
            </a:br>
            <a:r>
              <a:rPr lang="en-US" sz="2100" dirty="0"/>
              <a:t>Output: </a:t>
            </a:r>
            <a:r>
              <a:rPr lang="en-US" sz="2100" dirty="0" err="1"/>
              <a:t>product_id</a:t>
            </a:r>
            <a:r>
              <a:rPr lang="en-US" sz="2100" dirty="0"/>
              <a:t>, price</a:t>
            </a:r>
          </a:p>
        </p:txBody>
      </p:sp>
      <p:sp>
        <p:nvSpPr>
          <p:cNvPr id="3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4980A86-214E-07AA-82B4-620A48D93DD9}"/>
              </a:ext>
            </a:extLst>
          </p:cNvPr>
          <p:cNvSpPr txBox="1"/>
          <p:nvPr/>
        </p:nvSpPr>
        <p:spPr>
          <a:xfrm>
            <a:off x="438218" y="3045736"/>
            <a:ext cx="7425622" cy="2432536"/>
          </a:xfrm>
          <a:prstGeom prst="rect">
            <a:avLst/>
          </a:prstGeom>
        </p:spPr>
        <p:txBody>
          <a:bodyPr vert="horz" lIns="91440" tIns="45720" rIns="91440" bIns="45720" rtlCol="0">
            <a:noAutofit/>
          </a:bodyPr>
          <a:lstStyle/>
          <a:p>
            <a:pPr>
              <a:lnSpc>
                <a:spcPct val="90000"/>
              </a:lnSpc>
              <a:spcAft>
                <a:spcPts val="600"/>
              </a:spcAft>
            </a:pPr>
            <a:r>
              <a:rPr lang="en-US" dirty="0"/>
              <a:t>SELECT </a:t>
            </a:r>
            <a:r>
              <a:rPr lang="en-US" dirty="0" err="1"/>
              <a:t>p.product_id</a:t>
            </a:r>
            <a:r>
              <a:rPr lang="en-US" dirty="0"/>
              <a:t> , </a:t>
            </a:r>
            <a:r>
              <a:rPr lang="en-US" dirty="0" err="1"/>
              <a:t>o.price</a:t>
            </a:r>
            <a:r>
              <a:rPr lang="en-US" dirty="0"/>
              <a:t> </a:t>
            </a:r>
          </a:p>
          <a:p>
            <a:pPr>
              <a:lnSpc>
                <a:spcPct val="90000"/>
              </a:lnSpc>
              <a:spcAft>
                <a:spcPts val="600"/>
              </a:spcAft>
            </a:pPr>
            <a:r>
              <a:rPr lang="en-US" dirty="0"/>
              <a:t>FROM </a:t>
            </a:r>
            <a:r>
              <a:rPr lang="en-US" dirty="0" err="1"/>
              <a:t>amazon_brazil.product</a:t>
            </a:r>
            <a:r>
              <a:rPr lang="en-US" dirty="0"/>
              <a:t> p </a:t>
            </a:r>
          </a:p>
          <a:p>
            <a:pPr>
              <a:lnSpc>
                <a:spcPct val="90000"/>
              </a:lnSpc>
              <a:spcAft>
                <a:spcPts val="600"/>
              </a:spcAft>
            </a:pPr>
            <a:r>
              <a:rPr lang="en-US" dirty="0"/>
              <a:t>JOIN </a:t>
            </a:r>
            <a:r>
              <a:rPr lang="en-US" dirty="0" err="1"/>
              <a:t>amazon_brazil.order_items</a:t>
            </a:r>
            <a:r>
              <a:rPr lang="en-US" dirty="0"/>
              <a:t> o</a:t>
            </a:r>
          </a:p>
          <a:p>
            <a:pPr>
              <a:lnSpc>
                <a:spcPct val="90000"/>
              </a:lnSpc>
              <a:spcAft>
                <a:spcPts val="600"/>
              </a:spcAft>
            </a:pPr>
            <a:r>
              <a:rPr lang="en-US" dirty="0"/>
              <a:t>ON </a:t>
            </a:r>
            <a:r>
              <a:rPr lang="en-US" dirty="0" err="1"/>
              <a:t>p.product_id</a:t>
            </a:r>
            <a:r>
              <a:rPr lang="en-US" dirty="0"/>
              <a:t> = </a:t>
            </a:r>
            <a:r>
              <a:rPr lang="en-US" dirty="0" err="1"/>
              <a:t>o.product_id</a:t>
            </a:r>
            <a:endParaRPr lang="en-US" dirty="0"/>
          </a:p>
          <a:p>
            <a:pPr>
              <a:lnSpc>
                <a:spcPct val="90000"/>
              </a:lnSpc>
              <a:spcAft>
                <a:spcPts val="600"/>
              </a:spcAft>
            </a:pPr>
            <a:r>
              <a:rPr lang="en-US" dirty="0"/>
              <a:t>WHERE </a:t>
            </a:r>
            <a:r>
              <a:rPr lang="en-US" dirty="0" err="1"/>
              <a:t>o.price</a:t>
            </a:r>
            <a:r>
              <a:rPr lang="en-US" dirty="0"/>
              <a:t> BETWEEN 100 AND 500 AND </a:t>
            </a:r>
          </a:p>
          <a:p>
            <a:pPr>
              <a:lnSpc>
                <a:spcPct val="90000"/>
              </a:lnSpc>
              <a:spcAft>
                <a:spcPts val="600"/>
              </a:spcAft>
            </a:pPr>
            <a:r>
              <a:rPr lang="en-US" dirty="0" err="1"/>
              <a:t>p.product_category_name</a:t>
            </a:r>
            <a:r>
              <a:rPr lang="en-US" dirty="0"/>
              <a:t> LIKE '%smart%’</a:t>
            </a:r>
          </a:p>
          <a:p>
            <a:pPr>
              <a:lnSpc>
                <a:spcPct val="90000"/>
              </a:lnSpc>
              <a:spcAft>
                <a:spcPts val="600"/>
              </a:spcAft>
            </a:pPr>
            <a:r>
              <a:rPr lang="en-US" dirty="0"/>
              <a:t>ORDER BY </a:t>
            </a:r>
            <a:r>
              <a:rPr lang="en-US" dirty="0" err="1"/>
              <a:t>o.price</a:t>
            </a:r>
            <a:r>
              <a:rPr lang="en-US" dirty="0"/>
              <a:t> DESC;</a:t>
            </a:r>
          </a:p>
        </p:txBody>
      </p:sp>
      <p:pic>
        <p:nvPicPr>
          <p:cNvPr id="10" name="Picture 9">
            <a:extLst>
              <a:ext uri="{FF2B5EF4-FFF2-40B4-BE49-F238E27FC236}">
                <a16:creationId xmlns:a16="http://schemas.microsoft.com/office/drawing/2014/main" id="{967646C5-150D-6000-6BC7-5291C556AF58}"/>
              </a:ext>
            </a:extLst>
          </p:cNvPr>
          <p:cNvPicPr>
            <a:picLocks noChangeAspect="1"/>
          </p:cNvPicPr>
          <p:nvPr/>
        </p:nvPicPr>
        <p:blipFill>
          <a:blip r:embed="rId2"/>
          <a:stretch>
            <a:fillRect/>
          </a:stretch>
        </p:blipFill>
        <p:spPr>
          <a:xfrm>
            <a:off x="7863840" y="360196"/>
            <a:ext cx="3577980" cy="2954295"/>
          </a:xfrm>
          <a:prstGeom prst="rect">
            <a:avLst/>
          </a:prstGeom>
        </p:spPr>
      </p:pic>
      <p:pic>
        <p:nvPicPr>
          <p:cNvPr id="8" name="Picture 7">
            <a:extLst>
              <a:ext uri="{FF2B5EF4-FFF2-40B4-BE49-F238E27FC236}">
                <a16:creationId xmlns:a16="http://schemas.microsoft.com/office/drawing/2014/main" id="{593A8DC6-A66C-D97E-4E42-024E52633747}"/>
              </a:ext>
            </a:extLst>
          </p:cNvPr>
          <p:cNvPicPr>
            <a:picLocks noChangeAspect="1"/>
          </p:cNvPicPr>
          <p:nvPr/>
        </p:nvPicPr>
        <p:blipFill>
          <a:blip r:embed="rId3"/>
          <a:stretch>
            <a:fillRect/>
          </a:stretch>
        </p:blipFill>
        <p:spPr>
          <a:xfrm>
            <a:off x="7863840" y="3520441"/>
            <a:ext cx="3577980" cy="2954296"/>
          </a:xfrm>
          <a:prstGeom prst="rect">
            <a:avLst/>
          </a:prstGeom>
        </p:spPr>
      </p:pic>
    </p:spTree>
    <p:extLst>
      <p:ext uri="{BB962C8B-B14F-4D97-AF65-F5344CB8AC3E}">
        <p14:creationId xmlns:p14="http://schemas.microsoft.com/office/powerpoint/2010/main" val="3531208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935EDB-0EE0-C984-57C1-A82CB6D93771}"/>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2C71F-CED9-E43C-7764-E6703FF76B19}"/>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2100" kern="1200" dirty="0">
                <a:solidFill>
                  <a:schemeClr val="tx1"/>
                </a:solidFill>
                <a:latin typeface="+mj-lt"/>
                <a:ea typeface="+mj-ea"/>
                <a:cs typeface="+mj-cs"/>
              </a:rPr>
              <a:t>4)To identify seasonal sales patterns, Amazon India needs to focus on the most successful months. Determine the top 3 months with the highest total sales value, rounded to the nearest integer. </a:t>
            </a:r>
            <a:br>
              <a:rPr lang="en-US" sz="2100" kern="1200" dirty="0">
                <a:solidFill>
                  <a:schemeClr val="tx1"/>
                </a:solidFill>
                <a:latin typeface="+mj-lt"/>
                <a:ea typeface="+mj-ea"/>
                <a:cs typeface="+mj-cs"/>
              </a:rPr>
            </a:br>
            <a:r>
              <a:rPr lang="en-US" sz="2100" kern="1200" dirty="0">
                <a:solidFill>
                  <a:schemeClr val="tx1"/>
                </a:solidFill>
                <a:latin typeface="+mj-lt"/>
                <a:ea typeface="+mj-ea"/>
                <a:cs typeface="+mj-cs"/>
              </a:rPr>
              <a:t>Output: month, </a:t>
            </a:r>
            <a:r>
              <a:rPr lang="en-US" sz="2100" kern="1200" dirty="0" err="1">
                <a:solidFill>
                  <a:schemeClr val="tx1"/>
                </a:solidFill>
                <a:latin typeface="+mj-lt"/>
                <a:ea typeface="+mj-ea"/>
                <a:cs typeface="+mj-cs"/>
              </a:rPr>
              <a:t>total_sales</a:t>
            </a:r>
            <a:endParaRPr lang="en-US" sz="2100" kern="1200" dirty="0">
              <a:solidFill>
                <a:schemeClr val="tx1"/>
              </a:solidFill>
              <a:latin typeface="+mj-lt"/>
              <a:ea typeface="+mj-ea"/>
              <a:cs typeface="+mj-cs"/>
            </a:endParaRPr>
          </a:p>
        </p:txBody>
      </p:sp>
      <p:sp>
        <p:nvSpPr>
          <p:cNvPr id="3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341D0375-D98A-460F-50CB-98067D22B94B}"/>
              </a:ext>
            </a:extLst>
          </p:cNvPr>
          <p:cNvPicPr>
            <a:picLocks noChangeAspect="1"/>
          </p:cNvPicPr>
          <p:nvPr/>
        </p:nvPicPr>
        <p:blipFill>
          <a:blip r:embed="rId2"/>
          <a:stretch>
            <a:fillRect/>
          </a:stretch>
        </p:blipFill>
        <p:spPr>
          <a:xfrm>
            <a:off x="4501896" y="3522195"/>
            <a:ext cx="4483608" cy="2618427"/>
          </a:xfrm>
          <a:prstGeom prst="rect">
            <a:avLst/>
          </a:prstGeom>
        </p:spPr>
      </p:pic>
      <p:sp>
        <p:nvSpPr>
          <p:cNvPr id="6" name="TextBox 5">
            <a:extLst>
              <a:ext uri="{FF2B5EF4-FFF2-40B4-BE49-F238E27FC236}">
                <a16:creationId xmlns:a16="http://schemas.microsoft.com/office/drawing/2014/main" id="{31B54351-9C46-3DBB-0DF7-EDA88B29D65E}"/>
              </a:ext>
            </a:extLst>
          </p:cNvPr>
          <p:cNvSpPr txBox="1"/>
          <p:nvPr/>
        </p:nvSpPr>
        <p:spPr>
          <a:xfrm>
            <a:off x="4524248" y="890538"/>
            <a:ext cx="7214616" cy="1741119"/>
          </a:xfrm>
          <a:prstGeom prst="rect">
            <a:avLst/>
          </a:prstGeom>
        </p:spPr>
        <p:txBody>
          <a:bodyPr vert="horz" lIns="91440" tIns="45720" rIns="91440" bIns="45720" rtlCol="0" anchor="t">
            <a:noAutofit/>
          </a:bodyPr>
          <a:lstStyle/>
          <a:p>
            <a:pPr>
              <a:lnSpc>
                <a:spcPct val="90000"/>
              </a:lnSpc>
              <a:spcAft>
                <a:spcPts val="600"/>
              </a:spcAft>
            </a:pPr>
            <a:r>
              <a:rPr lang="en-US" dirty="0"/>
              <a:t>SELECT TO_CHAR(</a:t>
            </a:r>
            <a:r>
              <a:rPr lang="en-US" dirty="0" err="1"/>
              <a:t>order_delivered_customer_date,'Month</a:t>
            </a:r>
            <a:r>
              <a:rPr lang="en-US" dirty="0"/>
              <a:t>') as month, sum(</a:t>
            </a:r>
            <a:r>
              <a:rPr lang="en-US" dirty="0" err="1"/>
              <a:t>oi.price</a:t>
            </a:r>
            <a:r>
              <a:rPr lang="en-US" dirty="0"/>
              <a:t>) as </a:t>
            </a:r>
            <a:r>
              <a:rPr lang="en-US" dirty="0" err="1"/>
              <a:t>total_Sales</a:t>
            </a:r>
            <a:r>
              <a:rPr lang="en-US" dirty="0"/>
              <a:t> </a:t>
            </a:r>
          </a:p>
          <a:p>
            <a:pPr>
              <a:lnSpc>
                <a:spcPct val="90000"/>
              </a:lnSpc>
              <a:spcAft>
                <a:spcPts val="600"/>
              </a:spcAft>
            </a:pPr>
            <a:r>
              <a:rPr lang="en-US" dirty="0"/>
              <a:t>FROM </a:t>
            </a:r>
            <a:r>
              <a:rPr lang="en-US" dirty="0" err="1"/>
              <a:t>amazon_brazil.orders</a:t>
            </a:r>
            <a:r>
              <a:rPr lang="en-US" dirty="0"/>
              <a:t> o</a:t>
            </a:r>
          </a:p>
          <a:p>
            <a:pPr>
              <a:lnSpc>
                <a:spcPct val="90000"/>
              </a:lnSpc>
              <a:spcAft>
                <a:spcPts val="600"/>
              </a:spcAft>
            </a:pPr>
            <a:r>
              <a:rPr lang="en-US" dirty="0"/>
              <a:t>JOIN </a:t>
            </a:r>
            <a:r>
              <a:rPr lang="en-US" dirty="0" err="1"/>
              <a:t>amazon_brazil.order_items</a:t>
            </a:r>
            <a:r>
              <a:rPr lang="en-US" dirty="0"/>
              <a:t> as oi</a:t>
            </a:r>
          </a:p>
          <a:p>
            <a:pPr>
              <a:lnSpc>
                <a:spcPct val="90000"/>
              </a:lnSpc>
              <a:spcAft>
                <a:spcPts val="600"/>
              </a:spcAft>
            </a:pPr>
            <a:r>
              <a:rPr lang="en-US" dirty="0"/>
              <a:t>ON </a:t>
            </a:r>
            <a:r>
              <a:rPr lang="en-US" dirty="0" err="1"/>
              <a:t>o.order_id</a:t>
            </a:r>
            <a:r>
              <a:rPr lang="en-US" dirty="0"/>
              <a:t> = </a:t>
            </a:r>
            <a:r>
              <a:rPr lang="en-US" dirty="0" err="1"/>
              <a:t>oi.order_id</a:t>
            </a:r>
            <a:endParaRPr lang="en-US" dirty="0"/>
          </a:p>
          <a:p>
            <a:pPr>
              <a:lnSpc>
                <a:spcPct val="90000"/>
              </a:lnSpc>
              <a:spcAft>
                <a:spcPts val="600"/>
              </a:spcAft>
            </a:pPr>
            <a:r>
              <a:rPr lang="en-US" dirty="0"/>
              <a:t>GROUP BY month</a:t>
            </a:r>
          </a:p>
          <a:p>
            <a:pPr>
              <a:lnSpc>
                <a:spcPct val="90000"/>
              </a:lnSpc>
              <a:spcAft>
                <a:spcPts val="600"/>
              </a:spcAft>
            </a:pPr>
            <a:r>
              <a:rPr lang="en-US" dirty="0"/>
              <a:t>ORDER BY </a:t>
            </a:r>
            <a:r>
              <a:rPr lang="en-US" dirty="0" err="1"/>
              <a:t>total_sales</a:t>
            </a:r>
            <a:r>
              <a:rPr lang="en-US" dirty="0"/>
              <a:t> </a:t>
            </a:r>
            <a:r>
              <a:rPr lang="en-US" dirty="0" err="1"/>
              <a:t>DESClimit</a:t>
            </a:r>
            <a:r>
              <a:rPr lang="en-US" dirty="0"/>
              <a:t> 3;</a:t>
            </a:r>
          </a:p>
        </p:txBody>
      </p:sp>
    </p:spTree>
    <p:extLst>
      <p:ext uri="{BB962C8B-B14F-4D97-AF65-F5344CB8AC3E}">
        <p14:creationId xmlns:p14="http://schemas.microsoft.com/office/powerpoint/2010/main" val="2007634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DE508F-C6E0-3C9A-12FC-7C6DD407DC0F}"/>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A5B6B9-8045-C784-5B3D-2C9976D01C76}"/>
              </a:ext>
            </a:extLst>
          </p:cNvPr>
          <p:cNvSpPr>
            <a:spLocks noGrp="1"/>
          </p:cNvSpPr>
          <p:nvPr>
            <p:ph type="title"/>
          </p:nvPr>
        </p:nvSpPr>
        <p:spPr>
          <a:xfrm>
            <a:off x="640080" y="329184"/>
            <a:ext cx="6894576" cy="1783080"/>
          </a:xfrm>
        </p:spPr>
        <p:txBody>
          <a:bodyPr vert="horz" lIns="91440" tIns="45720" rIns="91440" bIns="45720" rtlCol="0" anchor="b">
            <a:normAutofit/>
          </a:bodyPr>
          <a:lstStyle/>
          <a:p>
            <a:r>
              <a:rPr lang="en-US" sz="2100" dirty="0"/>
              <a:t>5)Amazon India is interested in product categories with significant price variations. Find categories where the difference between the maximum and minimum product prices is greater than 500 BRL.</a:t>
            </a:r>
            <a:br>
              <a:rPr lang="en-US" sz="2100" dirty="0"/>
            </a:br>
            <a:r>
              <a:rPr lang="en-US" sz="2100" dirty="0"/>
              <a:t>Output: </a:t>
            </a:r>
            <a:r>
              <a:rPr lang="en-US" sz="2100" dirty="0" err="1"/>
              <a:t>product_category_name</a:t>
            </a:r>
            <a:r>
              <a:rPr lang="en-US" sz="2100" dirty="0"/>
              <a:t>, </a:t>
            </a:r>
            <a:r>
              <a:rPr lang="en-US" sz="2100" dirty="0" err="1"/>
              <a:t>price_difference</a:t>
            </a:r>
            <a:endParaRPr lang="en-US" sz="2100" dirty="0"/>
          </a:p>
        </p:txBody>
      </p:sp>
      <p:sp>
        <p:nvSpPr>
          <p:cNvPr id="3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6DFBDCB-B566-D5A5-499E-37EDF9FC213C}"/>
              </a:ext>
            </a:extLst>
          </p:cNvPr>
          <p:cNvSpPr txBox="1"/>
          <p:nvPr/>
        </p:nvSpPr>
        <p:spPr>
          <a:xfrm>
            <a:off x="626872" y="2713785"/>
            <a:ext cx="7477760" cy="2893568"/>
          </a:xfrm>
          <a:prstGeom prst="rect">
            <a:avLst/>
          </a:prstGeom>
        </p:spPr>
        <p:txBody>
          <a:bodyPr vert="horz" lIns="91440" tIns="45720" rIns="91440" bIns="45720" rtlCol="0">
            <a:noAutofit/>
          </a:bodyPr>
          <a:lstStyle/>
          <a:p>
            <a:pPr>
              <a:lnSpc>
                <a:spcPct val="90000"/>
              </a:lnSpc>
              <a:spcAft>
                <a:spcPts val="600"/>
              </a:spcAft>
            </a:pPr>
            <a:r>
              <a:rPr lang="en-US" dirty="0">
                <a:latin typeface="+mj-lt"/>
              </a:rPr>
              <a:t>SELECT DISTINCT </a:t>
            </a:r>
            <a:r>
              <a:rPr lang="en-US" dirty="0" err="1">
                <a:latin typeface="+mj-lt"/>
              </a:rPr>
              <a:t>p.product_category_name</a:t>
            </a:r>
            <a:r>
              <a:rPr lang="en-US" dirty="0">
                <a:latin typeface="+mj-lt"/>
              </a:rPr>
              <a:t> ,</a:t>
            </a:r>
          </a:p>
          <a:p>
            <a:pPr>
              <a:lnSpc>
                <a:spcPct val="90000"/>
              </a:lnSpc>
              <a:spcAft>
                <a:spcPts val="600"/>
              </a:spcAft>
            </a:pPr>
            <a:r>
              <a:rPr lang="en-US" dirty="0">
                <a:latin typeface="+mj-lt"/>
              </a:rPr>
              <a:t>(max(</a:t>
            </a:r>
            <a:r>
              <a:rPr lang="en-US" dirty="0" err="1">
                <a:latin typeface="+mj-lt"/>
              </a:rPr>
              <a:t>o.price</a:t>
            </a:r>
            <a:r>
              <a:rPr lang="en-US" dirty="0">
                <a:latin typeface="+mj-lt"/>
              </a:rPr>
              <a:t>)-min(</a:t>
            </a:r>
            <a:r>
              <a:rPr lang="en-US" dirty="0" err="1">
                <a:latin typeface="+mj-lt"/>
              </a:rPr>
              <a:t>o.price</a:t>
            </a:r>
            <a:r>
              <a:rPr lang="en-US" dirty="0">
                <a:latin typeface="+mj-lt"/>
              </a:rPr>
              <a:t>)) as </a:t>
            </a:r>
            <a:r>
              <a:rPr lang="en-US" dirty="0" err="1">
                <a:latin typeface="+mj-lt"/>
              </a:rPr>
              <a:t>price_difference</a:t>
            </a:r>
            <a:r>
              <a:rPr lang="en-US" dirty="0">
                <a:latin typeface="+mj-lt"/>
              </a:rPr>
              <a:t> </a:t>
            </a:r>
          </a:p>
          <a:p>
            <a:pPr>
              <a:lnSpc>
                <a:spcPct val="90000"/>
              </a:lnSpc>
              <a:spcAft>
                <a:spcPts val="600"/>
              </a:spcAft>
            </a:pPr>
            <a:r>
              <a:rPr lang="en-US" dirty="0">
                <a:latin typeface="+mj-lt"/>
              </a:rPr>
              <a:t>FROM </a:t>
            </a:r>
            <a:r>
              <a:rPr lang="en-US" dirty="0" err="1">
                <a:latin typeface="+mj-lt"/>
              </a:rPr>
              <a:t>amazon_brazil.product</a:t>
            </a:r>
            <a:r>
              <a:rPr lang="en-US" dirty="0">
                <a:latin typeface="+mj-lt"/>
              </a:rPr>
              <a:t> p</a:t>
            </a:r>
          </a:p>
          <a:p>
            <a:pPr>
              <a:lnSpc>
                <a:spcPct val="90000"/>
              </a:lnSpc>
              <a:spcAft>
                <a:spcPts val="600"/>
              </a:spcAft>
            </a:pPr>
            <a:r>
              <a:rPr lang="en-US" dirty="0">
                <a:latin typeface="+mj-lt"/>
              </a:rPr>
              <a:t>JOIN </a:t>
            </a:r>
            <a:r>
              <a:rPr lang="en-US" dirty="0" err="1">
                <a:latin typeface="+mj-lt"/>
              </a:rPr>
              <a:t>amazon_brazil.order_items</a:t>
            </a:r>
            <a:r>
              <a:rPr lang="en-US" dirty="0">
                <a:latin typeface="+mj-lt"/>
              </a:rPr>
              <a:t> as o</a:t>
            </a:r>
          </a:p>
          <a:p>
            <a:pPr>
              <a:lnSpc>
                <a:spcPct val="90000"/>
              </a:lnSpc>
              <a:spcAft>
                <a:spcPts val="600"/>
              </a:spcAft>
            </a:pPr>
            <a:r>
              <a:rPr lang="en-US" dirty="0">
                <a:latin typeface="+mj-lt"/>
              </a:rPr>
              <a:t>ON </a:t>
            </a:r>
            <a:r>
              <a:rPr lang="en-US" dirty="0" err="1">
                <a:latin typeface="+mj-lt"/>
              </a:rPr>
              <a:t>o.product_id</a:t>
            </a:r>
            <a:r>
              <a:rPr lang="en-US" dirty="0">
                <a:latin typeface="+mj-lt"/>
              </a:rPr>
              <a:t> = </a:t>
            </a:r>
            <a:r>
              <a:rPr lang="en-US" dirty="0" err="1">
                <a:latin typeface="+mj-lt"/>
              </a:rPr>
              <a:t>p.product_id</a:t>
            </a:r>
            <a:endParaRPr lang="en-US" dirty="0">
              <a:latin typeface="+mj-lt"/>
            </a:endParaRPr>
          </a:p>
          <a:p>
            <a:pPr>
              <a:lnSpc>
                <a:spcPct val="90000"/>
              </a:lnSpc>
              <a:spcAft>
                <a:spcPts val="600"/>
              </a:spcAft>
            </a:pPr>
            <a:r>
              <a:rPr lang="en-US" dirty="0">
                <a:latin typeface="+mj-lt"/>
              </a:rPr>
              <a:t>GROUP BY </a:t>
            </a:r>
            <a:r>
              <a:rPr lang="en-US" dirty="0" err="1">
                <a:latin typeface="+mj-lt"/>
              </a:rPr>
              <a:t>product_category_name</a:t>
            </a:r>
            <a:endParaRPr lang="en-US" dirty="0">
              <a:latin typeface="+mj-lt"/>
            </a:endParaRPr>
          </a:p>
          <a:p>
            <a:pPr>
              <a:lnSpc>
                <a:spcPct val="90000"/>
              </a:lnSpc>
              <a:spcAft>
                <a:spcPts val="600"/>
              </a:spcAft>
            </a:pPr>
            <a:r>
              <a:rPr lang="en-US" dirty="0">
                <a:latin typeface="+mj-lt"/>
              </a:rPr>
              <a:t>HAVING (max(</a:t>
            </a:r>
            <a:r>
              <a:rPr lang="en-US" dirty="0" err="1">
                <a:latin typeface="+mj-lt"/>
              </a:rPr>
              <a:t>o.price</a:t>
            </a:r>
            <a:r>
              <a:rPr lang="en-US" dirty="0">
                <a:latin typeface="+mj-lt"/>
              </a:rPr>
              <a:t>)-min(</a:t>
            </a:r>
            <a:r>
              <a:rPr lang="en-US" dirty="0" err="1">
                <a:latin typeface="+mj-lt"/>
              </a:rPr>
              <a:t>o.price</a:t>
            </a:r>
            <a:r>
              <a:rPr lang="en-US" dirty="0">
                <a:latin typeface="+mj-lt"/>
              </a:rPr>
              <a:t>)) &gt; 500</a:t>
            </a:r>
          </a:p>
          <a:p>
            <a:pPr>
              <a:lnSpc>
                <a:spcPct val="90000"/>
              </a:lnSpc>
              <a:spcAft>
                <a:spcPts val="600"/>
              </a:spcAft>
            </a:pPr>
            <a:r>
              <a:rPr lang="en-US" dirty="0">
                <a:latin typeface="+mj-lt"/>
              </a:rPr>
              <a:t>ORDER BY </a:t>
            </a:r>
            <a:r>
              <a:rPr lang="en-US" dirty="0" err="1">
                <a:latin typeface="+mj-lt"/>
              </a:rPr>
              <a:t>price_difference</a:t>
            </a:r>
            <a:r>
              <a:rPr lang="en-US" dirty="0">
                <a:latin typeface="+mj-lt"/>
              </a:rPr>
              <a:t> DESC;</a:t>
            </a:r>
          </a:p>
        </p:txBody>
      </p:sp>
      <p:pic>
        <p:nvPicPr>
          <p:cNvPr id="6" name="Picture 5">
            <a:extLst>
              <a:ext uri="{FF2B5EF4-FFF2-40B4-BE49-F238E27FC236}">
                <a16:creationId xmlns:a16="http://schemas.microsoft.com/office/drawing/2014/main" id="{9730225B-B3EA-9C29-2E42-CC1D6C21C4B3}"/>
              </a:ext>
            </a:extLst>
          </p:cNvPr>
          <p:cNvPicPr>
            <a:picLocks noChangeAspect="1"/>
          </p:cNvPicPr>
          <p:nvPr/>
        </p:nvPicPr>
        <p:blipFill>
          <a:blip r:embed="rId2"/>
          <a:stretch>
            <a:fillRect/>
          </a:stretch>
        </p:blipFill>
        <p:spPr>
          <a:xfrm>
            <a:off x="7863840" y="749583"/>
            <a:ext cx="3730681" cy="2406289"/>
          </a:xfrm>
          <a:prstGeom prst="rect">
            <a:avLst/>
          </a:prstGeom>
        </p:spPr>
      </p:pic>
      <p:pic>
        <p:nvPicPr>
          <p:cNvPr id="4" name="Picture 3">
            <a:extLst>
              <a:ext uri="{FF2B5EF4-FFF2-40B4-BE49-F238E27FC236}">
                <a16:creationId xmlns:a16="http://schemas.microsoft.com/office/drawing/2014/main" id="{F0714BE9-4B7B-B911-3833-759F2E6B1629}"/>
              </a:ext>
            </a:extLst>
          </p:cNvPr>
          <p:cNvPicPr>
            <a:picLocks noChangeAspect="1"/>
          </p:cNvPicPr>
          <p:nvPr/>
        </p:nvPicPr>
        <p:blipFill>
          <a:blip r:embed="rId3"/>
          <a:stretch>
            <a:fillRect/>
          </a:stretch>
        </p:blipFill>
        <p:spPr>
          <a:xfrm>
            <a:off x="7863840" y="3757393"/>
            <a:ext cx="3746651" cy="2351024"/>
          </a:xfrm>
          <a:prstGeom prst="rect">
            <a:avLst/>
          </a:prstGeom>
        </p:spPr>
      </p:pic>
    </p:spTree>
    <p:extLst>
      <p:ext uri="{BB962C8B-B14F-4D97-AF65-F5344CB8AC3E}">
        <p14:creationId xmlns:p14="http://schemas.microsoft.com/office/powerpoint/2010/main" val="1469399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6356A4-D6CA-5617-9326-C1DB0B4E20A3}"/>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679D76-A3A8-E729-BF55-980CAB532B43}"/>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2100" kern="1200" dirty="0">
                <a:solidFill>
                  <a:schemeClr val="tx1"/>
                </a:solidFill>
                <a:latin typeface="+mj-lt"/>
                <a:ea typeface="+mj-ea"/>
                <a:cs typeface="+mj-cs"/>
              </a:rPr>
              <a:t>6)To enhance the customer experience, Amazon India wants to find which payment types have the most consistent transaction amounts. Identify the payment types with the least variance in transaction amounts, sorting by the smallest standard deviation first.</a:t>
            </a:r>
            <a:br>
              <a:rPr lang="en-US" sz="2100" kern="1200" dirty="0">
                <a:solidFill>
                  <a:schemeClr val="tx1"/>
                </a:solidFill>
                <a:latin typeface="+mj-lt"/>
                <a:ea typeface="+mj-ea"/>
                <a:cs typeface="+mj-cs"/>
              </a:rPr>
            </a:br>
            <a:r>
              <a:rPr lang="en-US" sz="2100" kern="1200" dirty="0">
                <a:solidFill>
                  <a:schemeClr val="tx1"/>
                </a:solidFill>
                <a:latin typeface="+mj-lt"/>
                <a:ea typeface="+mj-ea"/>
                <a:cs typeface="+mj-cs"/>
              </a:rPr>
              <a:t>Output: </a:t>
            </a:r>
            <a:r>
              <a:rPr lang="en-US" sz="2100" kern="1200" dirty="0" err="1">
                <a:solidFill>
                  <a:schemeClr val="tx1"/>
                </a:solidFill>
                <a:latin typeface="+mj-lt"/>
                <a:ea typeface="+mj-ea"/>
                <a:cs typeface="+mj-cs"/>
              </a:rPr>
              <a:t>payment_type</a:t>
            </a:r>
            <a:r>
              <a:rPr lang="en-US" sz="2100" kern="1200" dirty="0">
                <a:solidFill>
                  <a:schemeClr val="tx1"/>
                </a:solidFill>
                <a:latin typeface="+mj-lt"/>
                <a:ea typeface="+mj-ea"/>
                <a:cs typeface="+mj-cs"/>
              </a:rPr>
              <a:t>, </a:t>
            </a:r>
            <a:r>
              <a:rPr lang="en-US" sz="2100" kern="1200" dirty="0" err="1">
                <a:solidFill>
                  <a:schemeClr val="tx1"/>
                </a:solidFill>
                <a:latin typeface="+mj-lt"/>
                <a:ea typeface="+mj-ea"/>
                <a:cs typeface="+mj-cs"/>
              </a:rPr>
              <a:t>std_deviation</a:t>
            </a:r>
            <a:endParaRPr lang="en-US" sz="2100" kern="1200" dirty="0">
              <a:solidFill>
                <a:schemeClr val="tx1"/>
              </a:solidFill>
              <a:latin typeface="+mj-lt"/>
              <a:ea typeface="+mj-ea"/>
              <a:cs typeface="+mj-cs"/>
            </a:endParaRPr>
          </a:p>
        </p:txBody>
      </p:sp>
      <p:sp>
        <p:nvSpPr>
          <p:cNvPr id="28"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EAE2E4C-679C-48BC-AFCD-6E2B5C0649F9}"/>
              </a:ext>
            </a:extLst>
          </p:cNvPr>
          <p:cNvPicPr>
            <a:picLocks noChangeAspect="1"/>
          </p:cNvPicPr>
          <p:nvPr/>
        </p:nvPicPr>
        <p:blipFill>
          <a:blip r:embed="rId2"/>
          <a:stretch>
            <a:fillRect/>
          </a:stretch>
        </p:blipFill>
        <p:spPr>
          <a:xfrm>
            <a:off x="4551680" y="3079496"/>
            <a:ext cx="4388104" cy="2753826"/>
          </a:xfrm>
          <a:prstGeom prst="rect">
            <a:avLst/>
          </a:prstGeom>
        </p:spPr>
      </p:pic>
      <p:sp>
        <p:nvSpPr>
          <p:cNvPr id="4" name="TextBox 3">
            <a:extLst>
              <a:ext uri="{FF2B5EF4-FFF2-40B4-BE49-F238E27FC236}">
                <a16:creationId xmlns:a16="http://schemas.microsoft.com/office/drawing/2014/main" id="{2FEB0379-EA8A-AFA3-A48C-9D8884C75FCE}"/>
              </a:ext>
            </a:extLst>
          </p:cNvPr>
          <p:cNvSpPr txBox="1"/>
          <p:nvPr/>
        </p:nvSpPr>
        <p:spPr>
          <a:xfrm>
            <a:off x="4551680" y="897137"/>
            <a:ext cx="6894576" cy="1428487"/>
          </a:xfrm>
          <a:prstGeom prst="rect">
            <a:avLst/>
          </a:prstGeom>
        </p:spPr>
        <p:txBody>
          <a:bodyPr vert="horz" lIns="91440" tIns="45720" rIns="91440" bIns="45720" rtlCol="0" anchor="t">
            <a:normAutofit lnSpcReduction="10000"/>
          </a:bodyPr>
          <a:lstStyle/>
          <a:p>
            <a:pPr>
              <a:lnSpc>
                <a:spcPct val="90000"/>
              </a:lnSpc>
              <a:spcAft>
                <a:spcPts val="600"/>
              </a:spcAft>
            </a:pPr>
            <a:r>
              <a:rPr lang="en-US" dirty="0"/>
              <a:t>SELECT </a:t>
            </a:r>
            <a:r>
              <a:rPr lang="en-US" dirty="0" err="1"/>
              <a:t>payment_type,ROUND</a:t>
            </a:r>
            <a:r>
              <a:rPr lang="en-US" dirty="0"/>
              <a:t>(STDDEV_SAMP(</a:t>
            </a:r>
            <a:r>
              <a:rPr lang="en-US" dirty="0" err="1"/>
              <a:t>payment_value</a:t>
            </a:r>
            <a:r>
              <a:rPr lang="en-US" dirty="0"/>
              <a:t>),2) as </a:t>
            </a:r>
            <a:r>
              <a:rPr lang="en-US" dirty="0" err="1"/>
              <a:t>std_deviation</a:t>
            </a:r>
            <a:r>
              <a:rPr lang="en-US" dirty="0"/>
              <a:t> </a:t>
            </a:r>
          </a:p>
          <a:p>
            <a:pPr>
              <a:lnSpc>
                <a:spcPct val="90000"/>
              </a:lnSpc>
              <a:spcAft>
                <a:spcPts val="600"/>
              </a:spcAft>
            </a:pPr>
            <a:r>
              <a:rPr lang="en-US" dirty="0"/>
              <a:t>FROM </a:t>
            </a:r>
            <a:r>
              <a:rPr lang="en-US" dirty="0" err="1"/>
              <a:t>amazon_brazil.payments</a:t>
            </a:r>
            <a:r>
              <a:rPr lang="en-US" dirty="0"/>
              <a:t> </a:t>
            </a:r>
          </a:p>
          <a:p>
            <a:pPr>
              <a:lnSpc>
                <a:spcPct val="90000"/>
              </a:lnSpc>
              <a:spcAft>
                <a:spcPts val="600"/>
              </a:spcAft>
            </a:pPr>
            <a:r>
              <a:rPr lang="en-US" dirty="0"/>
              <a:t>GROUP BY </a:t>
            </a:r>
            <a:r>
              <a:rPr lang="en-US" dirty="0" err="1"/>
              <a:t>payment_type</a:t>
            </a:r>
            <a:endParaRPr lang="en-US" dirty="0"/>
          </a:p>
          <a:p>
            <a:pPr>
              <a:lnSpc>
                <a:spcPct val="90000"/>
              </a:lnSpc>
              <a:spcAft>
                <a:spcPts val="600"/>
              </a:spcAft>
            </a:pPr>
            <a:r>
              <a:rPr lang="en-US" dirty="0"/>
              <a:t>ORDER BY </a:t>
            </a:r>
            <a:r>
              <a:rPr lang="en-US" dirty="0" err="1"/>
              <a:t>std_deviation</a:t>
            </a:r>
            <a:r>
              <a:rPr lang="en-US" dirty="0"/>
              <a:t> ASC;</a:t>
            </a:r>
          </a:p>
        </p:txBody>
      </p:sp>
    </p:spTree>
    <p:extLst>
      <p:ext uri="{BB962C8B-B14F-4D97-AF65-F5344CB8AC3E}">
        <p14:creationId xmlns:p14="http://schemas.microsoft.com/office/powerpoint/2010/main" val="688087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59482C-F766-0D5F-2F76-2C6E8E65E0E3}"/>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BA11831-C453-8CDA-4FEE-5B415F18395A}"/>
              </a:ext>
            </a:extLst>
          </p:cNvPr>
          <p:cNvSpPr>
            <a:spLocks noGrp="1"/>
          </p:cNvSpPr>
          <p:nvPr>
            <p:ph type="title"/>
          </p:nvPr>
        </p:nvSpPr>
        <p:spPr>
          <a:xfrm>
            <a:off x="233680" y="457200"/>
            <a:ext cx="4987542" cy="2227006"/>
          </a:xfrm>
        </p:spPr>
        <p:txBody>
          <a:bodyPr vert="horz" lIns="91440" tIns="45720" rIns="91440" bIns="45720" rtlCol="0" anchor="ctr">
            <a:noAutofit/>
          </a:bodyPr>
          <a:lstStyle/>
          <a:p>
            <a:r>
              <a:rPr lang="en-US" sz="2100" dirty="0"/>
              <a:t>7)Amazon India wants to identify products that may have incomplete name in order to fix it from their end. Retrieve the list of products where the product category name is missing or contains only a single character.</a:t>
            </a:r>
            <a:br>
              <a:rPr lang="en-US" sz="2100" dirty="0"/>
            </a:br>
            <a:r>
              <a:rPr lang="en-US" sz="2100" dirty="0"/>
              <a:t>Output: </a:t>
            </a:r>
            <a:r>
              <a:rPr lang="en-US" sz="2100" dirty="0" err="1"/>
              <a:t>product_id</a:t>
            </a:r>
            <a:r>
              <a:rPr lang="en-US" sz="2100" dirty="0"/>
              <a:t>, </a:t>
            </a:r>
            <a:r>
              <a:rPr lang="en-US" sz="2100" dirty="0" err="1"/>
              <a:t>product_category_name</a:t>
            </a:r>
            <a:endParaRPr lang="en-US" sz="2100" dirty="0"/>
          </a:p>
        </p:txBody>
      </p:sp>
      <p:sp>
        <p:nvSpPr>
          <p:cNvPr id="43"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A32FAE7-E8BE-3BC4-120E-0DF06F79401A}"/>
              </a:ext>
            </a:extLst>
          </p:cNvPr>
          <p:cNvSpPr txBox="1"/>
          <p:nvPr/>
        </p:nvSpPr>
        <p:spPr>
          <a:xfrm>
            <a:off x="5541263" y="457200"/>
            <a:ext cx="6007608" cy="2227006"/>
          </a:xfrm>
          <a:prstGeom prst="rect">
            <a:avLst/>
          </a:prstGeom>
        </p:spPr>
        <p:txBody>
          <a:bodyPr vert="horz" lIns="91440" tIns="45720" rIns="91440" bIns="45720" rtlCol="0" anchor="ctr">
            <a:normAutofit/>
          </a:bodyPr>
          <a:lstStyle/>
          <a:p>
            <a:pPr>
              <a:lnSpc>
                <a:spcPct val="90000"/>
              </a:lnSpc>
              <a:spcAft>
                <a:spcPts val="600"/>
              </a:spcAft>
            </a:pPr>
            <a:r>
              <a:rPr lang="en-US" dirty="0"/>
              <a:t>SELECT </a:t>
            </a:r>
            <a:r>
              <a:rPr lang="en-US" dirty="0" err="1"/>
              <a:t>product_id</a:t>
            </a:r>
            <a:r>
              <a:rPr lang="en-US" dirty="0"/>
              <a:t>, </a:t>
            </a:r>
            <a:r>
              <a:rPr lang="en-US" dirty="0" err="1"/>
              <a:t>product_category_name</a:t>
            </a:r>
            <a:r>
              <a:rPr lang="en-US" dirty="0"/>
              <a:t> </a:t>
            </a:r>
          </a:p>
          <a:p>
            <a:pPr>
              <a:lnSpc>
                <a:spcPct val="90000"/>
              </a:lnSpc>
              <a:spcAft>
                <a:spcPts val="600"/>
              </a:spcAft>
            </a:pPr>
            <a:r>
              <a:rPr lang="en-US" dirty="0"/>
              <a:t>FROM </a:t>
            </a:r>
            <a:r>
              <a:rPr lang="en-US" dirty="0" err="1"/>
              <a:t>amazon_brazil.product</a:t>
            </a:r>
            <a:endParaRPr lang="en-US" dirty="0"/>
          </a:p>
          <a:p>
            <a:pPr>
              <a:lnSpc>
                <a:spcPct val="90000"/>
              </a:lnSpc>
              <a:spcAft>
                <a:spcPts val="600"/>
              </a:spcAft>
            </a:pPr>
            <a:r>
              <a:rPr lang="en-US" dirty="0"/>
              <a:t>WHERE </a:t>
            </a:r>
            <a:r>
              <a:rPr lang="en-US" dirty="0" err="1"/>
              <a:t>product_category_name</a:t>
            </a:r>
            <a:r>
              <a:rPr lang="en-US" dirty="0"/>
              <a:t> IS NULL OR LENGTH(TRIM(</a:t>
            </a:r>
            <a:r>
              <a:rPr lang="en-US" dirty="0" err="1"/>
              <a:t>product_category_name</a:t>
            </a:r>
            <a:r>
              <a:rPr lang="en-US" dirty="0"/>
              <a:t>))=1;</a:t>
            </a:r>
          </a:p>
        </p:txBody>
      </p:sp>
      <p:pic>
        <p:nvPicPr>
          <p:cNvPr id="4" name="Picture 3">
            <a:extLst>
              <a:ext uri="{FF2B5EF4-FFF2-40B4-BE49-F238E27FC236}">
                <a16:creationId xmlns:a16="http://schemas.microsoft.com/office/drawing/2014/main" id="{AFDBA14F-ABA7-BA91-5C3B-481BD5AD82A3}"/>
              </a:ext>
            </a:extLst>
          </p:cNvPr>
          <p:cNvPicPr>
            <a:picLocks noChangeAspect="1"/>
          </p:cNvPicPr>
          <p:nvPr/>
        </p:nvPicPr>
        <p:blipFill>
          <a:blip r:embed="rId2"/>
          <a:stretch>
            <a:fillRect/>
          </a:stretch>
        </p:blipFill>
        <p:spPr>
          <a:xfrm>
            <a:off x="572009" y="3012804"/>
            <a:ext cx="4969254" cy="3292130"/>
          </a:xfrm>
          <a:prstGeom prst="rect">
            <a:avLst/>
          </a:prstGeom>
        </p:spPr>
      </p:pic>
      <p:pic>
        <p:nvPicPr>
          <p:cNvPr id="6" name="Picture 5">
            <a:extLst>
              <a:ext uri="{FF2B5EF4-FFF2-40B4-BE49-F238E27FC236}">
                <a16:creationId xmlns:a16="http://schemas.microsoft.com/office/drawing/2014/main" id="{2A0385EB-D36E-269E-11E2-BBC0E4C7D0B5}"/>
              </a:ext>
            </a:extLst>
          </p:cNvPr>
          <p:cNvPicPr>
            <a:picLocks noChangeAspect="1"/>
          </p:cNvPicPr>
          <p:nvPr/>
        </p:nvPicPr>
        <p:blipFill>
          <a:blip r:embed="rId3"/>
          <a:stretch>
            <a:fillRect/>
          </a:stretch>
        </p:blipFill>
        <p:spPr>
          <a:xfrm>
            <a:off x="6163417" y="2994861"/>
            <a:ext cx="4969255" cy="3254861"/>
          </a:xfrm>
          <a:prstGeom prst="rect">
            <a:avLst/>
          </a:prstGeom>
        </p:spPr>
      </p:pic>
    </p:spTree>
    <p:extLst>
      <p:ext uri="{BB962C8B-B14F-4D97-AF65-F5344CB8AC3E}">
        <p14:creationId xmlns:p14="http://schemas.microsoft.com/office/powerpoint/2010/main" val="200975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D1378F-78C8-9B6E-84B4-488456CC2081}"/>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207106-4F5A-971D-5D0B-67A64CDC455C}"/>
              </a:ext>
            </a:extLst>
          </p:cNvPr>
          <p:cNvSpPr>
            <a:spLocks noGrp="1"/>
          </p:cNvSpPr>
          <p:nvPr>
            <p:ph type="title"/>
          </p:nvPr>
        </p:nvSpPr>
        <p:spPr>
          <a:xfrm>
            <a:off x="297687" y="640823"/>
            <a:ext cx="3753105" cy="5583148"/>
          </a:xfrm>
        </p:spPr>
        <p:txBody>
          <a:bodyPr vert="horz" lIns="91440" tIns="45720" rIns="91440" bIns="45720" rtlCol="0" anchor="ctr">
            <a:noAutofit/>
          </a:bodyPr>
          <a:lstStyle/>
          <a:p>
            <a:r>
              <a:rPr lang="en-US" sz="2100" b="1" kern="1200" dirty="0">
                <a:solidFill>
                  <a:schemeClr val="tx1"/>
                </a:solidFill>
                <a:latin typeface="+mj-lt"/>
                <a:ea typeface="+mj-ea"/>
                <a:cs typeface="+mj-cs"/>
              </a:rPr>
              <a:t>Analysis – II</a:t>
            </a:r>
            <a:br>
              <a:rPr lang="en-US" sz="2100" kern="1200" dirty="0">
                <a:solidFill>
                  <a:schemeClr val="tx1"/>
                </a:solidFill>
                <a:latin typeface="+mj-lt"/>
                <a:ea typeface="+mj-ea"/>
                <a:cs typeface="+mj-cs"/>
              </a:rPr>
            </a:br>
            <a:r>
              <a:rPr lang="en-US" sz="2100" kern="1200" dirty="0">
                <a:solidFill>
                  <a:schemeClr val="tx1"/>
                </a:solidFill>
                <a:latin typeface="+mj-lt"/>
                <a:ea typeface="+mj-ea"/>
                <a:cs typeface="+mj-cs"/>
              </a:rPr>
              <a:t> </a:t>
            </a:r>
            <a:br>
              <a:rPr lang="en-US" sz="2100" kern="1200" dirty="0">
                <a:solidFill>
                  <a:schemeClr val="tx1"/>
                </a:solidFill>
                <a:latin typeface="+mj-lt"/>
                <a:ea typeface="+mj-ea"/>
                <a:cs typeface="+mj-cs"/>
              </a:rPr>
            </a:br>
            <a:br>
              <a:rPr lang="en-US" sz="2100" kern="1200" dirty="0">
                <a:solidFill>
                  <a:schemeClr val="tx1"/>
                </a:solidFill>
                <a:latin typeface="+mj-lt"/>
                <a:ea typeface="+mj-ea"/>
                <a:cs typeface="+mj-cs"/>
              </a:rPr>
            </a:br>
            <a:r>
              <a:rPr lang="en-US" sz="2100" kern="1200" dirty="0">
                <a:solidFill>
                  <a:schemeClr val="tx1"/>
                </a:solidFill>
                <a:latin typeface="+mj-lt"/>
                <a:ea typeface="+mj-ea"/>
                <a:cs typeface="+mj-cs"/>
              </a:rPr>
              <a:t>1)Amazon India wants to understand which payment types are most popular across different order value segments (e.g., low, medium, high). Segment order values into three ranges: orders less than 200 BRL, between 200 and 1000 BRL, and over 1000 BRL. Calculate the count of each payment type within these ranges and display the results in descending order of count.</a:t>
            </a:r>
            <a:br>
              <a:rPr lang="en-US" sz="2100" kern="1200" dirty="0">
                <a:solidFill>
                  <a:schemeClr val="tx1"/>
                </a:solidFill>
                <a:latin typeface="+mj-lt"/>
                <a:ea typeface="+mj-ea"/>
                <a:cs typeface="+mj-cs"/>
              </a:rPr>
            </a:br>
            <a:r>
              <a:rPr lang="en-US" sz="2100" kern="1200" dirty="0">
                <a:solidFill>
                  <a:schemeClr val="tx1"/>
                </a:solidFill>
                <a:latin typeface="+mj-lt"/>
                <a:ea typeface="+mj-ea"/>
                <a:cs typeface="+mj-cs"/>
              </a:rPr>
              <a:t>Output: </a:t>
            </a:r>
            <a:r>
              <a:rPr lang="en-US" sz="2100" kern="1200" dirty="0" err="1">
                <a:solidFill>
                  <a:schemeClr val="tx1"/>
                </a:solidFill>
                <a:latin typeface="+mj-lt"/>
                <a:ea typeface="+mj-ea"/>
                <a:cs typeface="+mj-cs"/>
              </a:rPr>
              <a:t>order_value_segment</a:t>
            </a:r>
            <a:r>
              <a:rPr lang="en-US" sz="2100" kern="1200" dirty="0">
                <a:solidFill>
                  <a:schemeClr val="tx1"/>
                </a:solidFill>
                <a:latin typeface="+mj-lt"/>
                <a:ea typeface="+mj-ea"/>
                <a:cs typeface="+mj-cs"/>
              </a:rPr>
              <a:t>, </a:t>
            </a:r>
            <a:r>
              <a:rPr lang="en-US" sz="2100" kern="1200" dirty="0" err="1">
                <a:solidFill>
                  <a:schemeClr val="tx1"/>
                </a:solidFill>
                <a:latin typeface="+mj-lt"/>
                <a:ea typeface="+mj-ea"/>
                <a:cs typeface="+mj-cs"/>
              </a:rPr>
              <a:t>payment_type</a:t>
            </a:r>
            <a:r>
              <a:rPr lang="en-US" sz="2100" kern="1200" dirty="0">
                <a:solidFill>
                  <a:schemeClr val="tx1"/>
                </a:solidFill>
                <a:latin typeface="+mj-lt"/>
                <a:ea typeface="+mj-ea"/>
                <a:cs typeface="+mj-cs"/>
              </a:rPr>
              <a:t>, count</a:t>
            </a:r>
          </a:p>
        </p:txBody>
      </p:sp>
      <p:sp>
        <p:nvSpPr>
          <p:cNvPr id="34"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44D5540-E0C8-F9B3-98A7-6BC87F98423B}"/>
              </a:ext>
            </a:extLst>
          </p:cNvPr>
          <p:cNvPicPr>
            <a:picLocks noChangeAspect="1"/>
          </p:cNvPicPr>
          <p:nvPr/>
        </p:nvPicPr>
        <p:blipFill>
          <a:blip r:embed="rId2"/>
          <a:stretch>
            <a:fillRect/>
          </a:stretch>
        </p:blipFill>
        <p:spPr>
          <a:xfrm>
            <a:off x="4555608" y="3198856"/>
            <a:ext cx="3448439" cy="3382264"/>
          </a:xfrm>
          <a:prstGeom prst="rect">
            <a:avLst/>
          </a:prstGeom>
        </p:spPr>
      </p:pic>
      <p:sp>
        <p:nvSpPr>
          <p:cNvPr id="5" name="TextBox 4">
            <a:extLst>
              <a:ext uri="{FF2B5EF4-FFF2-40B4-BE49-F238E27FC236}">
                <a16:creationId xmlns:a16="http://schemas.microsoft.com/office/drawing/2014/main" id="{A93EA553-1219-5F29-E948-ACAA8A5EDAC7}"/>
              </a:ext>
            </a:extLst>
          </p:cNvPr>
          <p:cNvSpPr txBox="1"/>
          <p:nvPr/>
        </p:nvSpPr>
        <p:spPr>
          <a:xfrm>
            <a:off x="4430776" y="640823"/>
            <a:ext cx="7761224" cy="1917210"/>
          </a:xfrm>
          <a:prstGeom prst="rect">
            <a:avLst/>
          </a:prstGeom>
        </p:spPr>
        <p:txBody>
          <a:bodyPr vert="horz" lIns="91440" tIns="45720" rIns="91440" bIns="45720" rtlCol="0" anchor="t">
            <a:noAutofit/>
          </a:bodyPr>
          <a:lstStyle/>
          <a:p>
            <a:pPr>
              <a:lnSpc>
                <a:spcPct val="90000"/>
              </a:lnSpc>
              <a:spcAft>
                <a:spcPts val="600"/>
              </a:spcAft>
            </a:pPr>
            <a:r>
              <a:rPr lang="en-US" dirty="0"/>
              <a:t>SELECT CASE</a:t>
            </a:r>
          </a:p>
          <a:p>
            <a:pPr>
              <a:lnSpc>
                <a:spcPct val="90000"/>
              </a:lnSpc>
              <a:spcAft>
                <a:spcPts val="600"/>
              </a:spcAft>
            </a:pPr>
            <a:r>
              <a:rPr lang="en-US" dirty="0"/>
              <a:t>	WHEN </a:t>
            </a:r>
            <a:r>
              <a:rPr lang="en-US" dirty="0" err="1"/>
              <a:t>payment_value</a:t>
            </a:r>
            <a:r>
              <a:rPr lang="en-US" dirty="0"/>
              <a:t> &lt; 200 THEN 'Low’ </a:t>
            </a:r>
          </a:p>
          <a:p>
            <a:pPr>
              <a:lnSpc>
                <a:spcPct val="90000"/>
              </a:lnSpc>
              <a:spcAft>
                <a:spcPts val="600"/>
              </a:spcAft>
            </a:pPr>
            <a:r>
              <a:rPr lang="en-US" dirty="0"/>
              <a:t>	WHEN </a:t>
            </a:r>
            <a:r>
              <a:rPr lang="en-US" dirty="0" err="1"/>
              <a:t>payment_value</a:t>
            </a:r>
            <a:r>
              <a:rPr lang="en-US" dirty="0"/>
              <a:t> BETWEEN 200  AND 1000 THEN 'Medium’	WHEN </a:t>
            </a:r>
            <a:r>
              <a:rPr lang="en-US" dirty="0" err="1"/>
              <a:t>payment_value</a:t>
            </a:r>
            <a:r>
              <a:rPr lang="en-US" dirty="0"/>
              <a:t> &gt; 1000 THEN 'High’	</a:t>
            </a:r>
          </a:p>
          <a:p>
            <a:pPr>
              <a:lnSpc>
                <a:spcPct val="90000"/>
              </a:lnSpc>
              <a:spcAft>
                <a:spcPts val="600"/>
              </a:spcAft>
            </a:pPr>
            <a:r>
              <a:rPr lang="en-US" dirty="0"/>
              <a:t>	END as </a:t>
            </a:r>
            <a:r>
              <a:rPr lang="en-US" dirty="0" err="1"/>
              <a:t>order_value_segment</a:t>
            </a:r>
            <a:r>
              <a:rPr lang="en-US" dirty="0"/>
              <a:t>, </a:t>
            </a:r>
            <a:r>
              <a:rPr lang="en-US" dirty="0" err="1"/>
              <a:t>payment_type</a:t>
            </a:r>
            <a:r>
              <a:rPr lang="en-US" dirty="0"/>
              <a:t> , count(*) as "count“</a:t>
            </a:r>
          </a:p>
          <a:p>
            <a:pPr>
              <a:lnSpc>
                <a:spcPct val="90000"/>
              </a:lnSpc>
              <a:spcAft>
                <a:spcPts val="600"/>
              </a:spcAft>
            </a:pPr>
            <a:r>
              <a:rPr lang="en-US" dirty="0"/>
              <a:t>FROM </a:t>
            </a:r>
            <a:r>
              <a:rPr lang="en-US" dirty="0" err="1"/>
              <a:t>amazon_brazil.payments</a:t>
            </a:r>
            <a:endParaRPr lang="en-US" dirty="0"/>
          </a:p>
          <a:p>
            <a:pPr>
              <a:lnSpc>
                <a:spcPct val="90000"/>
              </a:lnSpc>
              <a:spcAft>
                <a:spcPts val="600"/>
              </a:spcAft>
            </a:pPr>
            <a:r>
              <a:rPr lang="en-US" dirty="0"/>
              <a:t>GROUP BY </a:t>
            </a:r>
            <a:r>
              <a:rPr lang="en-US" dirty="0" err="1"/>
              <a:t>order_value_segment,payment_type</a:t>
            </a:r>
            <a:endParaRPr lang="en-US" dirty="0"/>
          </a:p>
          <a:p>
            <a:pPr>
              <a:lnSpc>
                <a:spcPct val="90000"/>
              </a:lnSpc>
              <a:spcAft>
                <a:spcPts val="600"/>
              </a:spcAft>
            </a:pPr>
            <a:r>
              <a:rPr lang="en-US" dirty="0"/>
              <a:t>ORDER BY count DESC;</a:t>
            </a:r>
          </a:p>
        </p:txBody>
      </p:sp>
    </p:spTree>
    <p:extLst>
      <p:ext uri="{BB962C8B-B14F-4D97-AF65-F5344CB8AC3E}">
        <p14:creationId xmlns:p14="http://schemas.microsoft.com/office/powerpoint/2010/main" val="2700926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49759E9-CF2F-7090-25E6-CFDB17ADAA39}"/>
              </a:ext>
            </a:extLst>
          </p:cNvPr>
          <p:cNvSpPr>
            <a:spLocks noGrp="1"/>
          </p:cNvSpPr>
          <p:nvPr>
            <p:ph type="title"/>
          </p:nvPr>
        </p:nvSpPr>
        <p:spPr>
          <a:xfrm>
            <a:off x="312929" y="644652"/>
            <a:ext cx="4926582" cy="1929384"/>
          </a:xfrm>
        </p:spPr>
        <p:txBody>
          <a:bodyPr vert="horz" lIns="91440" tIns="45720" rIns="91440" bIns="45720" rtlCol="0" anchor="ctr">
            <a:noAutofit/>
          </a:bodyPr>
          <a:lstStyle/>
          <a:p>
            <a:r>
              <a:rPr lang="en-US" sz="2100" dirty="0"/>
              <a:t>2)Amazon India wants to </a:t>
            </a:r>
            <a:r>
              <a:rPr lang="en-US" sz="2100" dirty="0" err="1"/>
              <a:t>analyse</a:t>
            </a:r>
            <a:r>
              <a:rPr lang="en-US" sz="2100" dirty="0"/>
              <a:t> the price range and average price for each product category. Calculate the minimum, maximum, and average price for each category, and list them in descending order by the average price.</a:t>
            </a:r>
            <a:br>
              <a:rPr lang="en-US" sz="2100" dirty="0"/>
            </a:br>
            <a:r>
              <a:rPr lang="en-US" sz="2100" dirty="0"/>
              <a:t>Output: </a:t>
            </a:r>
            <a:r>
              <a:rPr lang="en-US" sz="2100" dirty="0" err="1"/>
              <a:t>product_category_name</a:t>
            </a:r>
            <a:r>
              <a:rPr lang="en-US" sz="2100" dirty="0"/>
              <a:t>, </a:t>
            </a:r>
            <a:r>
              <a:rPr lang="en-US" sz="2100" dirty="0" err="1"/>
              <a:t>min_price</a:t>
            </a:r>
            <a:r>
              <a:rPr lang="en-US" sz="2100" dirty="0"/>
              <a:t>, </a:t>
            </a:r>
            <a:r>
              <a:rPr lang="en-US" sz="2100" dirty="0" err="1"/>
              <a:t>max_price</a:t>
            </a:r>
            <a:r>
              <a:rPr lang="en-US" sz="2100" dirty="0"/>
              <a:t>, </a:t>
            </a:r>
            <a:r>
              <a:rPr lang="en-US" sz="2100" dirty="0" err="1"/>
              <a:t>avg_price</a:t>
            </a:r>
            <a:endParaRPr lang="en-US" sz="2100" dirty="0"/>
          </a:p>
        </p:txBody>
      </p:sp>
      <p:sp>
        <p:nvSpPr>
          <p:cNvPr id="2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4629959-6DCC-358A-7EC8-208E92B5C266}"/>
              </a:ext>
            </a:extLst>
          </p:cNvPr>
          <p:cNvSpPr txBox="1"/>
          <p:nvPr/>
        </p:nvSpPr>
        <p:spPr>
          <a:xfrm>
            <a:off x="5408678" y="736320"/>
            <a:ext cx="6836663" cy="1929384"/>
          </a:xfrm>
          <a:prstGeom prst="rect">
            <a:avLst/>
          </a:prstGeom>
        </p:spPr>
        <p:txBody>
          <a:bodyPr vert="horz" lIns="91440" tIns="45720" rIns="91440" bIns="45720" rtlCol="0" anchor="ctr">
            <a:noAutofit/>
          </a:bodyPr>
          <a:lstStyle/>
          <a:p>
            <a:pPr>
              <a:lnSpc>
                <a:spcPct val="90000"/>
              </a:lnSpc>
              <a:spcAft>
                <a:spcPts val="600"/>
              </a:spcAft>
            </a:pPr>
            <a:r>
              <a:rPr lang="en-US" dirty="0"/>
              <a:t>SELECT </a:t>
            </a:r>
            <a:r>
              <a:rPr lang="en-US" dirty="0" err="1"/>
              <a:t>p.product_category_name,min</a:t>
            </a:r>
            <a:r>
              <a:rPr lang="en-US" dirty="0"/>
              <a:t>(</a:t>
            </a:r>
            <a:r>
              <a:rPr lang="en-US" dirty="0" err="1"/>
              <a:t>o.price</a:t>
            </a:r>
            <a:r>
              <a:rPr lang="en-US" dirty="0"/>
              <a:t>) as </a:t>
            </a:r>
            <a:r>
              <a:rPr lang="en-US" dirty="0" err="1"/>
              <a:t>min_price,max</a:t>
            </a:r>
            <a:r>
              <a:rPr lang="en-US" dirty="0"/>
              <a:t>(</a:t>
            </a:r>
            <a:r>
              <a:rPr lang="en-US" dirty="0" err="1"/>
              <a:t>o.price</a:t>
            </a:r>
            <a:r>
              <a:rPr lang="en-US" dirty="0"/>
              <a:t>) as </a:t>
            </a:r>
            <a:r>
              <a:rPr lang="en-US" dirty="0" err="1"/>
              <a:t>max_price,round</a:t>
            </a:r>
            <a:r>
              <a:rPr lang="en-US" dirty="0"/>
              <a:t>(avg(</a:t>
            </a:r>
            <a:r>
              <a:rPr lang="en-US" dirty="0" err="1"/>
              <a:t>o.price</a:t>
            </a:r>
            <a:r>
              <a:rPr lang="en-US" dirty="0"/>
              <a:t>),2) as </a:t>
            </a:r>
            <a:r>
              <a:rPr lang="en-US" dirty="0" err="1"/>
              <a:t>avg_price</a:t>
            </a:r>
            <a:r>
              <a:rPr lang="en-US" dirty="0"/>
              <a:t> </a:t>
            </a:r>
          </a:p>
          <a:p>
            <a:pPr>
              <a:lnSpc>
                <a:spcPct val="90000"/>
              </a:lnSpc>
              <a:spcAft>
                <a:spcPts val="600"/>
              </a:spcAft>
            </a:pPr>
            <a:r>
              <a:rPr lang="en-US" dirty="0"/>
              <a:t>FROM </a:t>
            </a:r>
            <a:r>
              <a:rPr lang="en-US" dirty="0" err="1"/>
              <a:t>amazon_brazil.product</a:t>
            </a:r>
            <a:r>
              <a:rPr lang="en-US" dirty="0"/>
              <a:t> p</a:t>
            </a:r>
          </a:p>
          <a:p>
            <a:pPr>
              <a:lnSpc>
                <a:spcPct val="90000"/>
              </a:lnSpc>
              <a:spcAft>
                <a:spcPts val="600"/>
              </a:spcAft>
            </a:pPr>
            <a:r>
              <a:rPr lang="en-US" dirty="0"/>
              <a:t>JOIN </a:t>
            </a:r>
            <a:r>
              <a:rPr lang="en-US" dirty="0" err="1"/>
              <a:t>amazon_brazil.order_items</a:t>
            </a:r>
            <a:r>
              <a:rPr lang="en-US" dirty="0"/>
              <a:t> o</a:t>
            </a:r>
          </a:p>
          <a:p>
            <a:pPr>
              <a:lnSpc>
                <a:spcPct val="90000"/>
              </a:lnSpc>
              <a:spcAft>
                <a:spcPts val="600"/>
              </a:spcAft>
            </a:pPr>
            <a:r>
              <a:rPr lang="en-US" dirty="0"/>
              <a:t>ON </a:t>
            </a:r>
            <a:r>
              <a:rPr lang="en-US" dirty="0" err="1"/>
              <a:t>p.product_id</a:t>
            </a:r>
            <a:r>
              <a:rPr lang="en-US" dirty="0"/>
              <a:t> = </a:t>
            </a:r>
            <a:r>
              <a:rPr lang="en-US" dirty="0" err="1"/>
              <a:t>o.product_id</a:t>
            </a:r>
            <a:endParaRPr lang="en-US" dirty="0"/>
          </a:p>
          <a:p>
            <a:pPr>
              <a:lnSpc>
                <a:spcPct val="90000"/>
              </a:lnSpc>
              <a:spcAft>
                <a:spcPts val="600"/>
              </a:spcAft>
            </a:pPr>
            <a:r>
              <a:rPr lang="en-US" dirty="0"/>
              <a:t>GROUP BY </a:t>
            </a:r>
            <a:r>
              <a:rPr lang="en-US" dirty="0" err="1"/>
              <a:t>p.product_category_name</a:t>
            </a:r>
            <a:endParaRPr lang="en-US" dirty="0"/>
          </a:p>
          <a:p>
            <a:pPr>
              <a:lnSpc>
                <a:spcPct val="90000"/>
              </a:lnSpc>
              <a:spcAft>
                <a:spcPts val="600"/>
              </a:spcAft>
            </a:pPr>
            <a:r>
              <a:rPr lang="en-US" dirty="0"/>
              <a:t>ORDER BY </a:t>
            </a:r>
            <a:r>
              <a:rPr lang="en-US" dirty="0" err="1"/>
              <a:t>avg_price</a:t>
            </a:r>
            <a:r>
              <a:rPr lang="en-US" dirty="0"/>
              <a:t> DESC;</a:t>
            </a:r>
          </a:p>
        </p:txBody>
      </p:sp>
      <p:pic>
        <p:nvPicPr>
          <p:cNvPr id="6" name="Picture 5" descr="A screenshot of a computer&#10;&#10;AI-generated content may be incorrect.">
            <a:extLst>
              <a:ext uri="{FF2B5EF4-FFF2-40B4-BE49-F238E27FC236}">
                <a16:creationId xmlns:a16="http://schemas.microsoft.com/office/drawing/2014/main" id="{924CC848-D900-EAD9-2FE0-877A8656464E}"/>
              </a:ext>
            </a:extLst>
          </p:cNvPr>
          <p:cNvPicPr>
            <a:picLocks noChangeAspect="1"/>
          </p:cNvPicPr>
          <p:nvPr/>
        </p:nvPicPr>
        <p:blipFill>
          <a:blip r:embed="rId2"/>
          <a:stretch>
            <a:fillRect/>
          </a:stretch>
        </p:blipFill>
        <p:spPr>
          <a:xfrm>
            <a:off x="469392" y="3429000"/>
            <a:ext cx="5468112" cy="2665704"/>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3A8E0FE2-2600-E52F-3E2B-06168DC6AE49}"/>
              </a:ext>
            </a:extLst>
          </p:cNvPr>
          <p:cNvPicPr>
            <a:picLocks noChangeAspect="1"/>
          </p:cNvPicPr>
          <p:nvPr/>
        </p:nvPicPr>
        <p:blipFill>
          <a:blip r:embed="rId3"/>
          <a:stretch>
            <a:fillRect/>
          </a:stretch>
        </p:blipFill>
        <p:spPr>
          <a:xfrm>
            <a:off x="6254496" y="3429000"/>
            <a:ext cx="5468112" cy="2665704"/>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9CAF1244-8451-F6F8-A856-D67867C8A0AF}"/>
              </a:ext>
            </a:extLst>
          </p:cNvPr>
          <p:cNvPicPr>
            <a:picLocks noChangeAspect="1"/>
          </p:cNvPicPr>
          <p:nvPr/>
        </p:nvPicPr>
        <p:blipFill>
          <a:blip r:embed="rId3"/>
          <a:stretch>
            <a:fillRect/>
          </a:stretch>
        </p:blipFill>
        <p:spPr>
          <a:xfrm>
            <a:off x="6406896" y="3581400"/>
            <a:ext cx="5468112" cy="2665704"/>
          </a:xfrm>
          <a:prstGeom prst="rect">
            <a:avLst/>
          </a:prstGeom>
        </p:spPr>
      </p:pic>
    </p:spTree>
    <p:extLst>
      <p:ext uri="{BB962C8B-B14F-4D97-AF65-F5344CB8AC3E}">
        <p14:creationId xmlns:p14="http://schemas.microsoft.com/office/powerpoint/2010/main" val="3906133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C604622-7952-BC84-4571-84DC53D3CFE1}"/>
              </a:ext>
            </a:extLst>
          </p:cNvPr>
          <p:cNvSpPr>
            <a:spLocks noGrp="1"/>
          </p:cNvSpPr>
          <p:nvPr>
            <p:ph type="title"/>
          </p:nvPr>
        </p:nvSpPr>
        <p:spPr>
          <a:xfrm>
            <a:off x="386080" y="641794"/>
            <a:ext cx="4711699" cy="1929384"/>
          </a:xfrm>
        </p:spPr>
        <p:txBody>
          <a:bodyPr vert="horz" lIns="91440" tIns="45720" rIns="91440" bIns="45720" rtlCol="0" anchor="ctr">
            <a:noAutofit/>
          </a:bodyPr>
          <a:lstStyle/>
          <a:p>
            <a:r>
              <a:rPr lang="en-US" sz="2100" dirty="0"/>
              <a:t>3)Amazon India wants to identify the customers who have placed multiple orders over time. Find all customers with more than one order, and display their customer unique IDs along with the total number of orders they have placed.</a:t>
            </a:r>
            <a:br>
              <a:rPr lang="en-US" sz="2100" dirty="0"/>
            </a:br>
            <a:r>
              <a:rPr lang="en-US" sz="2100" dirty="0"/>
              <a:t>Output: </a:t>
            </a:r>
            <a:r>
              <a:rPr lang="en-US" sz="2100" dirty="0" err="1"/>
              <a:t>customer_unique_id</a:t>
            </a:r>
            <a:r>
              <a:rPr lang="en-US" sz="2100" dirty="0"/>
              <a:t>, </a:t>
            </a:r>
            <a:r>
              <a:rPr lang="en-US" sz="2100" dirty="0" err="1"/>
              <a:t>total_orders</a:t>
            </a:r>
            <a:endParaRPr lang="en-US" sz="2100" dirty="0"/>
          </a:p>
        </p:txBody>
      </p:sp>
      <p:sp>
        <p:nvSpPr>
          <p:cNvPr id="3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65B4EDA-7F39-116D-7CD3-A0A3482DC717}"/>
              </a:ext>
            </a:extLst>
          </p:cNvPr>
          <p:cNvSpPr txBox="1"/>
          <p:nvPr/>
        </p:nvSpPr>
        <p:spPr>
          <a:xfrm>
            <a:off x="5483859" y="556640"/>
            <a:ext cx="6520688" cy="1929384"/>
          </a:xfrm>
          <a:prstGeom prst="rect">
            <a:avLst/>
          </a:prstGeom>
        </p:spPr>
        <p:txBody>
          <a:bodyPr vert="horz" lIns="91440" tIns="45720" rIns="91440" bIns="45720" rtlCol="0" anchor="ctr">
            <a:noAutofit/>
          </a:bodyPr>
          <a:lstStyle/>
          <a:p>
            <a:pPr>
              <a:lnSpc>
                <a:spcPct val="90000"/>
              </a:lnSpc>
              <a:spcAft>
                <a:spcPts val="600"/>
              </a:spcAft>
            </a:pPr>
            <a:r>
              <a:rPr lang="en-US" dirty="0"/>
              <a:t>SELECT </a:t>
            </a:r>
            <a:r>
              <a:rPr lang="en-US" dirty="0" err="1"/>
              <a:t>c.customer_unique_id</a:t>
            </a:r>
            <a:r>
              <a:rPr lang="en-US" dirty="0"/>
              <a:t>, count(*) as </a:t>
            </a:r>
            <a:r>
              <a:rPr lang="en-US" dirty="0" err="1"/>
              <a:t>total_orders</a:t>
            </a:r>
            <a:endParaRPr lang="en-US" dirty="0"/>
          </a:p>
          <a:p>
            <a:pPr>
              <a:lnSpc>
                <a:spcPct val="90000"/>
              </a:lnSpc>
              <a:spcAft>
                <a:spcPts val="600"/>
              </a:spcAft>
            </a:pPr>
            <a:r>
              <a:rPr lang="en-US" dirty="0"/>
              <a:t>FROM </a:t>
            </a:r>
            <a:r>
              <a:rPr lang="en-US" dirty="0" err="1"/>
              <a:t>amazon_brazil.customers</a:t>
            </a:r>
            <a:r>
              <a:rPr lang="en-US" dirty="0"/>
              <a:t> c</a:t>
            </a:r>
          </a:p>
          <a:p>
            <a:pPr>
              <a:lnSpc>
                <a:spcPct val="90000"/>
              </a:lnSpc>
              <a:spcAft>
                <a:spcPts val="600"/>
              </a:spcAft>
            </a:pPr>
            <a:r>
              <a:rPr lang="en-US" dirty="0"/>
              <a:t>JOIN </a:t>
            </a:r>
            <a:r>
              <a:rPr lang="en-US" dirty="0" err="1"/>
              <a:t>amazon_brazil.orders</a:t>
            </a:r>
            <a:r>
              <a:rPr lang="en-US" dirty="0"/>
              <a:t> o </a:t>
            </a:r>
          </a:p>
          <a:p>
            <a:pPr>
              <a:lnSpc>
                <a:spcPct val="90000"/>
              </a:lnSpc>
              <a:spcAft>
                <a:spcPts val="600"/>
              </a:spcAft>
            </a:pPr>
            <a:r>
              <a:rPr lang="en-US" dirty="0"/>
              <a:t>ON </a:t>
            </a:r>
            <a:r>
              <a:rPr lang="en-US" dirty="0" err="1"/>
              <a:t>c.customer_id</a:t>
            </a:r>
            <a:r>
              <a:rPr lang="en-US" dirty="0"/>
              <a:t> = </a:t>
            </a:r>
            <a:r>
              <a:rPr lang="en-US" dirty="0" err="1"/>
              <a:t>o.customer_id</a:t>
            </a:r>
            <a:endParaRPr lang="en-US" dirty="0"/>
          </a:p>
          <a:p>
            <a:pPr>
              <a:lnSpc>
                <a:spcPct val="90000"/>
              </a:lnSpc>
              <a:spcAft>
                <a:spcPts val="600"/>
              </a:spcAft>
            </a:pPr>
            <a:r>
              <a:rPr lang="en-US" dirty="0"/>
              <a:t>GROUP BY </a:t>
            </a:r>
            <a:r>
              <a:rPr lang="en-US" dirty="0" err="1"/>
              <a:t>c.customer_unique_id,o.order_status</a:t>
            </a:r>
            <a:endParaRPr lang="en-US" dirty="0"/>
          </a:p>
          <a:p>
            <a:pPr>
              <a:lnSpc>
                <a:spcPct val="90000"/>
              </a:lnSpc>
              <a:spcAft>
                <a:spcPts val="600"/>
              </a:spcAft>
            </a:pPr>
            <a:r>
              <a:rPr lang="en-US" dirty="0"/>
              <a:t>HAVING count(*) &gt; 1</a:t>
            </a:r>
          </a:p>
          <a:p>
            <a:pPr>
              <a:lnSpc>
                <a:spcPct val="90000"/>
              </a:lnSpc>
              <a:spcAft>
                <a:spcPts val="600"/>
              </a:spcAft>
            </a:pPr>
            <a:r>
              <a:rPr lang="en-US" dirty="0"/>
              <a:t>ORDER BY </a:t>
            </a:r>
            <a:r>
              <a:rPr lang="en-US" dirty="0" err="1"/>
              <a:t>total_orders</a:t>
            </a:r>
            <a:r>
              <a:rPr lang="en-US" dirty="0"/>
              <a:t> DESC;</a:t>
            </a:r>
          </a:p>
        </p:txBody>
      </p:sp>
      <p:pic>
        <p:nvPicPr>
          <p:cNvPr id="4" name="Picture 3">
            <a:extLst>
              <a:ext uri="{FF2B5EF4-FFF2-40B4-BE49-F238E27FC236}">
                <a16:creationId xmlns:a16="http://schemas.microsoft.com/office/drawing/2014/main" id="{D676A177-5BCA-7F88-307E-B875C668E873}"/>
              </a:ext>
            </a:extLst>
          </p:cNvPr>
          <p:cNvPicPr>
            <a:picLocks noChangeAspect="1"/>
          </p:cNvPicPr>
          <p:nvPr/>
        </p:nvPicPr>
        <p:blipFill>
          <a:blip r:embed="rId2"/>
          <a:stretch>
            <a:fillRect/>
          </a:stretch>
        </p:blipFill>
        <p:spPr>
          <a:xfrm>
            <a:off x="1021744" y="2943224"/>
            <a:ext cx="4343400" cy="3457576"/>
          </a:xfrm>
          <a:prstGeom prst="rect">
            <a:avLst/>
          </a:prstGeom>
        </p:spPr>
      </p:pic>
      <p:pic>
        <p:nvPicPr>
          <p:cNvPr id="6" name="Picture 5">
            <a:extLst>
              <a:ext uri="{FF2B5EF4-FFF2-40B4-BE49-F238E27FC236}">
                <a16:creationId xmlns:a16="http://schemas.microsoft.com/office/drawing/2014/main" id="{54224529-3116-6750-11D7-FD15AFF66132}"/>
              </a:ext>
            </a:extLst>
          </p:cNvPr>
          <p:cNvPicPr>
            <a:picLocks noChangeAspect="1"/>
          </p:cNvPicPr>
          <p:nvPr/>
        </p:nvPicPr>
        <p:blipFill>
          <a:blip r:embed="rId3"/>
          <a:stretch>
            <a:fillRect/>
          </a:stretch>
        </p:blipFill>
        <p:spPr>
          <a:xfrm>
            <a:off x="6228919" y="2943224"/>
            <a:ext cx="4398804" cy="3457576"/>
          </a:xfrm>
          <a:prstGeom prst="rect">
            <a:avLst/>
          </a:prstGeom>
        </p:spPr>
      </p:pic>
    </p:spTree>
    <p:extLst>
      <p:ext uri="{BB962C8B-B14F-4D97-AF65-F5344CB8AC3E}">
        <p14:creationId xmlns:p14="http://schemas.microsoft.com/office/powerpoint/2010/main" val="4203772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550F5B9-399F-4FAD-AE6C-ED65F9A43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C062E60F-5CD4-4268-8359-80766346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288350"/>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57DB5B0-87FE-D615-3A6D-7694BA717D4B}"/>
              </a:ext>
            </a:extLst>
          </p:cNvPr>
          <p:cNvSpPr>
            <a:spLocks noGrp="1"/>
          </p:cNvSpPr>
          <p:nvPr>
            <p:ph type="title"/>
          </p:nvPr>
        </p:nvSpPr>
        <p:spPr>
          <a:xfrm>
            <a:off x="679975" y="314468"/>
            <a:ext cx="5274082" cy="2708150"/>
          </a:xfrm>
        </p:spPr>
        <p:txBody>
          <a:bodyPr vert="horz" lIns="91440" tIns="45720" rIns="91440" bIns="45720" rtlCol="0" anchor="ctr">
            <a:noAutofit/>
          </a:bodyPr>
          <a:lstStyle/>
          <a:p>
            <a:r>
              <a:rPr lang="en-US" sz="2100" dirty="0"/>
              <a:t>4)Amazon India wants to categorize customers into different types ('New – order qty. = 1' ;  'Returning' –order qty. 2 to 4;  'Loyal' – order qty. &gt;4) based on their purchase history. Use a temporary table to define these categories and join it with the customers table to update and display the customer types. Output: </a:t>
            </a:r>
            <a:r>
              <a:rPr lang="en-US" sz="2100" dirty="0" err="1"/>
              <a:t>customer_unique_id</a:t>
            </a:r>
            <a:r>
              <a:rPr lang="en-US" sz="2100" dirty="0"/>
              <a:t>, customer_</a:t>
            </a:r>
          </a:p>
        </p:txBody>
      </p:sp>
      <p:sp>
        <p:nvSpPr>
          <p:cNvPr id="21" name="Rectangle 20">
            <a:extLst>
              <a:ext uri="{FF2B5EF4-FFF2-40B4-BE49-F238E27FC236}">
                <a16:creationId xmlns:a16="http://schemas.microsoft.com/office/drawing/2014/main" id="{BB341EC3-1810-4D33-BA3F-E2D0AA0EC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980964"/>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10127CDE-2B99-47A8-BB3C-7D1751910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0864" y="1323863"/>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BBE2C148-F248-F950-F3F2-65A712A6022A}"/>
              </a:ext>
            </a:extLst>
          </p:cNvPr>
          <p:cNvSpPr txBox="1"/>
          <p:nvPr/>
        </p:nvSpPr>
        <p:spPr>
          <a:xfrm>
            <a:off x="6178297" y="-202147"/>
            <a:ext cx="5663904" cy="3351903"/>
          </a:xfrm>
          <a:prstGeom prst="rect">
            <a:avLst/>
          </a:prstGeom>
        </p:spPr>
        <p:txBody>
          <a:bodyPr vert="horz" lIns="91440" tIns="45720" rIns="91440" bIns="45720" rtlCol="0" anchor="ctr">
            <a:noAutofit/>
          </a:bodyPr>
          <a:lstStyle/>
          <a:p>
            <a:pPr>
              <a:lnSpc>
                <a:spcPct val="90000"/>
              </a:lnSpc>
              <a:spcAft>
                <a:spcPts val="600"/>
              </a:spcAft>
            </a:pPr>
            <a:r>
              <a:rPr lang="en-US" sz="1600" dirty="0"/>
              <a:t>CREATE TEMP TABLE table1 AS(</a:t>
            </a:r>
          </a:p>
          <a:p>
            <a:pPr>
              <a:lnSpc>
                <a:spcPct val="90000"/>
              </a:lnSpc>
              <a:spcAft>
                <a:spcPts val="600"/>
              </a:spcAft>
            </a:pPr>
            <a:r>
              <a:rPr lang="en-US" sz="1600" dirty="0"/>
              <a:t>SELECT </a:t>
            </a:r>
            <a:r>
              <a:rPr lang="en-US" sz="1600" dirty="0" err="1"/>
              <a:t>c.customer_unique_id</a:t>
            </a:r>
            <a:r>
              <a:rPr lang="en-US" sz="1600" dirty="0"/>
              <a:t>, count(*) as </a:t>
            </a:r>
            <a:r>
              <a:rPr lang="en-US" sz="1600" dirty="0" err="1"/>
              <a:t>total_orders</a:t>
            </a:r>
            <a:endParaRPr lang="en-US" sz="1600" dirty="0"/>
          </a:p>
          <a:p>
            <a:pPr>
              <a:lnSpc>
                <a:spcPct val="90000"/>
              </a:lnSpc>
              <a:spcAft>
                <a:spcPts val="600"/>
              </a:spcAft>
            </a:pPr>
            <a:r>
              <a:rPr lang="en-US" sz="1600" dirty="0"/>
              <a:t>FROM </a:t>
            </a:r>
            <a:r>
              <a:rPr lang="en-US" sz="1600" dirty="0" err="1"/>
              <a:t>amazon_brazil.customers</a:t>
            </a:r>
            <a:r>
              <a:rPr lang="en-US" sz="1600" dirty="0"/>
              <a:t> c</a:t>
            </a:r>
          </a:p>
          <a:p>
            <a:pPr>
              <a:lnSpc>
                <a:spcPct val="90000"/>
              </a:lnSpc>
              <a:spcAft>
                <a:spcPts val="600"/>
              </a:spcAft>
            </a:pPr>
            <a:r>
              <a:rPr lang="en-US" sz="1600" dirty="0"/>
              <a:t>JOIN </a:t>
            </a:r>
            <a:r>
              <a:rPr lang="en-US" sz="1600" dirty="0" err="1"/>
              <a:t>amazon_brazil.orders</a:t>
            </a:r>
            <a:r>
              <a:rPr lang="en-US" sz="1600" dirty="0"/>
              <a:t> o </a:t>
            </a:r>
          </a:p>
          <a:p>
            <a:pPr>
              <a:lnSpc>
                <a:spcPct val="90000"/>
              </a:lnSpc>
              <a:spcAft>
                <a:spcPts val="600"/>
              </a:spcAft>
            </a:pPr>
            <a:r>
              <a:rPr lang="en-US" sz="1600" dirty="0"/>
              <a:t>ON </a:t>
            </a:r>
            <a:r>
              <a:rPr lang="en-US" sz="1600" dirty="0" err="1"/>
              <a:t>c.customer_id</a:t>
            </a:r>
            <a:r>
              <a:rPr lang="en-US" sz="1600" dirty="0"/>
              <a:t> = </a:t>
            </a:r>
            <a:r>
              <a:rPr lang="en-US" sz="1600" dirty="0" err="1"/>
              <a:t>o.customer_id</a:t>
            </a:r>
            <a:endParaRPr lang="en-US" sz="1600" dirty="0"/>
          </a:p>
          <a:p>
            <a:pPr>
              <a:lnSpc>
                <a:spcPct val="90000"/>
              </a:lnSpc>
              <a:spcAft>
                <a:spcPts val="600"/>
              </a:spcAft>
            </a:pPr>
            <a:r>
              <a:rPr lang="en-US" sz="1600" dirty="0"/>
              <a:t>GROUP BY </a:t>
            </a:r>
            <a:r>
              <a:rPr lang="en-US" sz="1600" dirty="0" err="1"/>
              <a:t>c.customer_unique_id</a:t>
            </a:r>
            <a:r>
              <a:rPr lang="en-US" sz="1600" dirty="0"/>
              <a:t>)</a:t>
            </a:r>
          </a:p>
          <a:p>
            <a:pPr>
              <a:lnSpc>
                <a:spcPct val="90000"/>
              </a:lnSpc>
              <a:spcAft>
                <a:spcPts val="600"/>
              </a:spcAft>
            </a:pPr>
            <a:endParaRPr lang="en-US" sz="1600" dirty="0"/>
          </a:p>
        </p:txBody>
      </p:sp>
      <p:pic>
        <p:nvPicPr>
          <p:cNvPr id="10" name="Picture 9">
            <a:extLst>
              <a:ext uri="{FF2B5EF4-FFF2-40B4-BE49-F238E27FC236}">
                <a16:creationId xmlns:a16="http://schemas.microsoft.com/office/drawing/2014/main" id="{0ECBBAFE-C7BA-4C12-C2E6-C45DD634E2E5}"/>
              </a:ext>
            </a:extLst>
          </p:cNvPr>
          <p:cNvPicPr>
            <a:picLocks noChangeAspect="1"/>
          </p:cNvPicPr>
          <p:nvPr/>
        </p:nvPicPr>
        <p:blipFill>
          <a:blip r:embed="rId2"/>
          <a:stretch>
            <a:fillRect/>
          </a:stretch>
        </p:blipFill>
        <p:spPr>
          <a:xfrm>
            <a:off x="8406081" y="4149992"/>
            <a:ext cx="3584448" cy="2690168"/>
          </a:xfrm>
          <a:prstGeom prst="rect">
            <a:avLst/>
          </a:prstGeom>
        </p:spPr>
      </p:pic>
      <p:pic>
        <p:nvPicPr>
          <p:cNvPr id="6" name="Picture 5">
            <a:extLst>
              <a:ext uri="{FF2B5EF4-FFF2-40B4-BE49-F238E27FC236}">
                <a16:creationId xmlns:a16="http://schemas.microsoft.com/office/drawing/2014/main" id="{4F30EB8A-8C07-CF50-3112-8C2E49268B1D}"/>
              </a:ext>
            </a:extLst>
          </p:cNvPr>
          <p:cNvPicPr>
            <a:picLocks noChangeAspect="1"/>
          </p:cNvPicPr>
          <p:nvPr/>
        </p:nvPicPr>
        <p:blipFill>
          <a:blip r:embed="rId3"/>
          <a:stretch>
            <a:fillRect/>
          </a:stretch>
        </p:blipFill>
        <p:spPr>
          <a:xfrm>
            <a:off x="166625" y="4144605"/>
            <a:ext cx="3584448" cy="2653230"/>
          </a:xfrm>
          <a:prstGeom prst="rect">
            <a:avLst/>
          </a:prstGeom>
        </p:spPr>
      </p:pic>
      <p:pic>
        <p:nvPicPr>
          <p:cNvPr id="8" name="Picture 7">
            <a:extLst>
              <a:ext uri="{FF2B5EF4-FFF2-40B4-BE49-F238E27FC236}">
                <a16:creationId xmlns:a16="http://schemas.microsoft.com/office/drawing/2014/main" id="{57416355-0201-4162-A9E8-9AAC03C27BDB}"/>
              </a:ext>
            </a:extLst>
          </p:cNvPr>
          <p:cNvPicPr>
            <a:picLocks noChangeAspect="1"/>
          </p:cNvPicPr>
          <p:nvPr/>
        </p:nvPicPr>
        <p:blipFill>
          <a:blip r:embed="rId4"/>
          <a:stretch>
            <a:fillRect/>
          </a:stretch>
        </p:blipFill>
        <p:spPr>
          <a:xfrm>
            <a:off x="4133481" y="4168462"/>
            <a:ext cx="3723567" cy="2653229"/>
          </a:xfrm>
          <a:prstGeom prst="rect">
            <a:avLst/>
          </a:prstGeom>
        </p:spPr>
      </p:pic>
      <p:sp>
        <p:nvSpPr>
          <p:cNvPr id="14" name="TextBox 13">
            <a:extLst>
              <a:ext uri="{FF2B5EF4-FFF2-40B4-BE49-F238E27FC236}">
                <a16:creationId xmlns:a16="http://schemas.microsoft.com/office/drawing/2014/main" id="{7AC140E8-A007-30B3-CC81-F2394F2E391B}"/>
              </a:ext>
            </a:extLst>
          </p:cNvPr>
          <p:cNvSpPr txBox="1"/>
          <p:nvPr/>
        </p:nvSpPr>
        <p:spPr>
          <a:xfrm>
            <a:off x="6160008" y="2369202"/>
            <a:ext cx="6096000" cy="1432636"/>
          </a:xfrm>
          <a:prstGeom prst="rect">
            <a:avLst/>
          </a:prstGeom>
          <a:noFill/>
        </p:spPr>
        <p:txBody>
          <a:bodyPr wrap="square">
            <a:spAutoFit/>
          </a:bodyPr>
          <a:lstStyle/>
          <a:p>
            <a:pPr>
              <a:lnSpc>
                <a:spcPct val="90000"/>
              </a:lnSpc>
              <a:spcAft>
                <a:spcPts val="600"/>
              </a:spcAft>
            </a:pPr>
            <a:r>
              <a:rPr lang="en-US" sz="1600" dirty="0"/>
              <a:t>SELECT </a:t>
            </a:r>
            <a:r>
              <a:rPr lang="en-US" sz="1600" dirty="0" err="1"/>
              <a:t>customer_unique_id,CASE</a:t>
            </a:r>
            <a:r>
              <a:rPr lang="en-US" sz="1600" dirty="0"/>
              <a:t> 	</a:t>
            </a:r>
          </a:p>
          <a:p>
            <a:pPr>
              <a:lnSpc>
                <a:spcPct val="90000"/>
              </a:lnSpc>
              <a:spcAft>
                <a:spcPts val="600"/>
              </a:spcAft>
            </a:pPr>
            <a:r>
              <a:rPr lang="en-US" sz="1600" dirty="0"/>
              <a:t>	WHEN </a:t>
            </a:r>
            <a:r>
              <a:rPr lang="en-US" sz="1600" dirty="0" err="1"/>
              <a:t>total_orders</a:t>
            </a:r>
            <a:r>
              <a:rPr lang="en-US" sz="1600" dirty="0"/>
              <a:t> = 1 THEN 'New’	</a:t>
            </a:r>
          </a:p>
          <a:p>
            <a:pPr>
              <a:lnSpc>
                <a:spcPct val="90000"/>
              </a:lnSpc>
              <a:spcAft>
                <a:spcPts val="600"/>
              </a:spcAft>
            </a:pPr>
            <a:r>
              <a:rPr lang="en-US" sz="1600" dirty="0"/>
              <a:t>	WHEN </a:t>
            </a:r>
            <a:r>
              <a:rPr lang="en-US" sz="1600" dirty="0" err="1"/>
              <a:t>total_orders</a:t>
            </a:r>
            <a:r>
              <a:rPr lang="en-US" sz="1600" dirty="0"/>
              <a:t> BETWEEN 2 AND 4 THEN 'Returning'		WHEN </a:t>
            </a:r>
            <a:r>
              <a:rPr lang="en-US" sz="1600" dirty="0" err="1"/>
              <a:t>total_orders</a:t>
            </a:r>
            <a:r>
              <a:rPr lang="en-US" sz="1600" dirty="0"/>
              <a:t> &gt; 4 THEN 'Loyal’</a:t>
            </a:r>
          </a:p>
          <a:p>
            <a:pPr>
              <a:lnSpc>
                <a:spcPct val="90000"/>
              </a:lnSpc>
              <a:spcAft>
                <a:spcPts val="600"/>
              </a:spcAft>
            </a:pPr>
            <a:r>
              <a:rPr lang="en-US" sz="1600" dirty="0"/>
              <a:t>END as </a:t>
            </a:r>
            <a:r>
              <a:rPr lang="en-US" sz="1600" dirty="0" err="1"/>
              <a:t>customer_type</a:t>
            </a:r>
            <a:r>
              <a:rPr lang="en-US" sz="1600" dirty="0"/>
              <a:t> FROM table1;</a:t>
            </a:r>
          </a:p>
        </p:txBody>
      </p:sp>
      <p:sp>
        <p:nvSpPr>
          <p:cNvPr id="15" name="Rectangle 14">
            <a:extLst>
              <a:ext uri="{FF2B5EF4-FFF2-40B4-BE49-F238E27FC236}">
                <a16:creationId xmlns:a16="http://schemas.microsoft.com/office/drawing/2014/main" id="{BC79D7FE-0805-AF9B-251F-EEB791A8D424}"/>
              </a:ext>
            </a:extLst>
          </p:cNvPr>
          <p:cNvSpPr/>
          <p:nvPr/>
        </p:nvSpPr>
        <p:spPr>
          <a:xfrm>
            <a:off x="5954057" y="471948"/>
            <a:ext cx="59647" cy="3363435"/>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46256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046453-FF90-A372-B8A8-F17D05591978}"/>
              </a:ext>
            </a:extLst>
          </p:cNvPr>
          <p:cNvSpPr>
            <a:spLocks noGrp="1"/>
          </p:cNvSpPr>
          <p:nvPr>
            <p:ph type="title"/>
          </p:nvPr>
        </p:nvSpPr>
        <p:spPr>
          <a:xfrm>
            <a:off x="576072" y="559013"/>
            <a:ext cx="3419856" cy="5583148"/>
          </a:xfrm>
        </p:spPr>
        <p:txBody>
          <a:bodyPr vert="horz" lIns="91440" tIns="45720" rIns="91440" bIns="45720" rtlCol="0" anchor="ctr">
            <a:normAutofit/>
          </a:bodyPr>
          <a:lstStyle/>
          <a:p>
            <a:r>
              <a:rPr lang="en-US" sz="2100" kern="1200" dirty="0">
                <a:solidFill>
                  <a:schemeClr val="tx1"/>
                </a:solidFill>
                <a:latin typeface="+mj-lt"/>
                <a:ea typeface="+mj-ea"/>
                <a:cs typeface="+mj-cs"/>
              </a:rPr>
              <a:t> 5)Amazon India wants to know which product categories generate the most revenue. Use joins between the tables to calculate the total revenue for each product category. Display the top 5 categories. Output: </a:t>
            </a:r>
            <a:r>
              <a:rPr lang="en-US" sz="2100" kern="1200" dirty="0" err="1">
                <a:solidFill>
                  <a:schemeClr val="tx1"/>
                </a:solidFill>
                <a:latin typeface="+mj-lt"/>
                <a:ea typeface="+mj-ea"/>
                <a:cs typeface="+mj-cs"/>
              </a:rPr>
              <a:t>product_category_name</a:t>
            </a:r>
            <a:r>
              <a:rPr lang="en-US" sz="2100" kern="1200" dirty="0">
                <a:solidFill>
                  <a:schemeClr val="tx1"/>
                </a:solidFill>
                <a:latin typeface="+mj-lt"/>
                <a:ea typeface="+mj-ea"/>
                <a:cs typeface="+mj-cs"/>
              </a:rPr>
              <a:t>, </a:t>
            </a:r>
            <a:r>
              <a:rPr lang="en-US" sz="2100" kern="1200" dirty="0" err="1">
                <a:solidFill>
                  <a:schemeClr val="tx1"/>
                </a:solidFill>
                <a:latin typeface="+mj-lt"/>
                <a:ea typeface="+mj-ea"/>
                <a:cs typeface="+mj-cs"/>
              </a:rPr>
              <a:t>total_revenue</a:t>
            </a:r>
            <a:endParaRPr lang="en-US" sz="2100" kern="1200" dirty="0">
              <a:solidFill>
                <a:schemeClr val="tx1"/>
              </a:solidFill>
              <a:latin typeface="+mj-lt"/>
              <a:ea typeface="+mj-ea"/>
              <a:cs typeface="+mj-cs"/>
            </a:endParaRPr>
          </a:p>
        </p:txBody>
      </p:sp>
      <p:sp>
        <p:nvSpPr>
          <p:cNvPr id="13"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BB7464D-E6F4-EF0E-91F2-B93154D98188}"/>
              </a:ext>
            </a:extLst>
          </p:cNvPr>
          <p:cNvPicPr>
            <a:picLocks noChangeAspect="1"/>
          </p:cNvPicPr>
          <p:nvPr/>
        </p:nvPicPr>
        <p:blipFill>
          <a:blip r:embed="rId2"/>
          <a:stretch>
            <a:fillRect/>
          </a:stretch>
        </p:blipFill>
        <p:spPr>
          <a:xfrm>
            <a:off x="4773168" y="3533329"/>
            <a:ext cx="4581144" cy="2360692"/>
          </a:xfrm>
          <a:prstGeom prst="rect">
            <a:avLst/>
          </a:prstGeom>
        </p:spPr>
      </p:pic>
      <p:sp>
        <p:nvSpPr>
          <p:cNvPr id="4" name="TextBox 3">
            <a:extLst>
              <a:ext uri="{FF2B5EF4-FFF2-40B4-BE49-F238E27FC236}">
                <a16:creationId xmlns:a16="http://schemas.microsoft.com/office/drawing/2014/main" id="{9D24B659-29CA-3116-8141-B63D921CBE8F}"/>
              </a:ext>
            </a:extLst>
          </p:cNvPr>
          <p:cNvSpPr txBox="1"/>
          <p:nvPr/>
        </p:nvSpPr>
        <p:spPr>
          <a:xfrm>
            <a:off x="4589272" y="888559"/>
            <a:ext cx="6894576" cy="1428487"/>
          </a:xfrm>
          <a:prstGeom prst="rect">
            <a:avLst/>
          </a:prstGeom>
        </p:spPr>
        <p:txBody>
          <a:bodyPr vert="horz" lIns="91440" tIns="45720" rIns="91440" bIns="45720" rtlCol="0" anchor="t">
            <a:noAutofit/>
          </a:bodyPr>
          <a:lstStyle/>
          <a:p>
            <a:pPr>
              <a:lnSpc>
                <a:spcPct val="90000"/>
              </a:lnSpc>
              <a:spcAft>
                <a:spcPts val="600"/>
              </a:spcAft>
            </a:pPr>
            <a:r>
              <a:rPr lang="en-US" dirty="0"/>
              <a:t>SELECT </a:t>
            </a:r>
            <a:r>
              <a:rPr lang="en-US" dirty="0" err="1"/>
              <a:t>p.product_category_name,SUM</a:t>
            </a:r>
            <a:r>
              <a:rPr lang="en-US" dirty="0"/>
              <a:t>(</a:t>
            </a:r>
            <a:r>
              <a:rPr lang="en-US" dirty="0" err="1"/>
              <a:t>o.price</a:t>
            </a:r>
            <a:r>
              <a:rPr lang="en-US" dirty="0"/>
              <a:t>) as </a:t>
            </a:r>
            <a:r>
              <a:rPr lang="en-US" dirty="0" err="1"/>
              <a:t>total_revenue</a:t>
            </a:r>
            <a:r>
              <a:rPr lang="en-US" dirty="0"/>
              <a:t> </a:t>
            </a:r>
          </a:p>
          <a:p>
            <a:pPr>
              <a:lnSpc>
                <a:spcPct val="90000"/>
              </a:lnSpc>
              <a:spcAft>
                <a:spcPts val="600"/>
              </a:spcAft>
            </a:pPr>
            <a:r>
              <a:rPr lang="en-US" dirty="0"/>
              <a:t>FROM </a:t>
            </a:r>
            <a:r>
              <a:rPr lang="en-US" dirty="0" err="1"/>
              <a:t>amazon_brazil.product</a:t>
            </a:r>
            <a:r>
              <a:rPr lang="en-US" dirty="0"/>
              <a:t> p</a:t>
            </a:r>
          </a:p>
          <a:p>
            <a:pPr>
              <a:lnSpc>
                <a:spcPct val="90000"/>
              </a:lnSpc>
              <a:spcAft>
                <a:spcPts val="600"/>
              </a:spcAft>
            </a:pPr>
            <a:r>
              <a:rPr lang="en-US" dirty="0"/>
              <a:t>JOIN </a:t>
            </a:r>
            <a:r>
              <a:rPr lang="en-US" dirty="0" err="1"/>
              <a:t>amazon_brazil.order_items</a:t>
            </a:r>
            <a:r>
              <a:rPr lang="en-US" dirty="0"/>
              <a:t> o</a:t>
            </a:r>
          </a:p>
          <a:p>
            <a:pPr>
              <a:lnSpc>
                <a:spcPct val="90000"/>
              </a:lnSpc>
              <a:spcAft>
                <a:spcPts val="600"/>
              </a:spcAft>
            </a:pPr>
            <a:r>
              <a:rPr lang="en-US" dirty="0"/>
              <a:t>ON </a:t>
            </a:r>
            <a:r>
              <a:rPr lang="en-US" dirty="0" err="1"/>
              <a:t>p.product_id</a:t>
            </a:r>
            <a:r>
              <a:rPr lang="en-US" dirty="0"/>
              <a:t> = </a:t>
            </a:r>
            <a:r>
              <a:rPr lang="en-US" dirty="0" err="1"/>
              <a:t>o.product_id</a:t>
            </a:r>
            <a:endParaRPr lang="en-US" dirty="0"/>
          </a:p>
          <a:p>
            <a:pPr>
              <a:lnSpc>
                <a:spcPct val="90000"/>
              </a:lnSpc>
              <a:spcAft>
                <a:spcPts val="600"/>
              </a:spcAft>
            </a:pPr>
            <a:r>
              <a:rPr lang="en-US" dirty="0"/>
              <a:t>GROUP BY </a:t>
            </a:r>
            <a:r>
              <a:rPr lang="en-US" dirty="0" err="1"/>
              <a:t>p.product_category_name</a:t>
            </a:r>
            <a:endParaRPr lang="en-US" dirty="0"/>
          </a:p>
          <a:p>
            <a:pPr>
              <a:lnSpc>
                <a:spcPct val="90000"/>
              </a:lnSpc>
              <a:spcAft>
                <a:spcPts val="600"/>
              </a:spcAft>
            </a:pPr>
            <a:r>
              <a:rPr lang="en-US" dirty="0"/>
              <a:t>ORDER BY </a:t>
            </a:r>
            <a:r>
              <a:rPr lang="en-US" dirty="0" err="1"/>
              <a:t>total_revenue</a:t>
            </a:r>
            <a:r>
              <a:rPr lang="en-US" dirty="0"/>
              <a:t> DESCLIMIT 5;</a:t>
            </a:r>
          </a:p>
        </p:txBody>
      </p:sp>
    </p:spTree>
    <p:extLst>
      <p:ext uri="{BB962C8B-B14F-4D97-AF65-F5344CB8AC3E}">
        <p14:creationId xmlns:p14="http://schemas.microsoft.com/office/powerpoint/2010/main" val="1384334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A2F084-24FB-0971-20DF-0AEF2ADABB38}"/>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2100" b="1" kern="1200" dirty="0">
                <a:solidFill>
                  <a:schemeClr val="tx1"/>
                </a:solidFill>
                <a:latin typeface="+mj-lt"/>
                <a:ea typeface="+mj-ea"/>
                <a:cs typeface="+mj-cs"/>
              </a:rPr>
              <a:t>Analysis – III</a:t>
            </a:r>
            <a:br>
              <a:rPr lang="en-US" sz="2100" b="1" kern="1200" dirty="0">
                <a:solidFill>
                  <a:schemeClr val="tx1"/>
                </a:solidFill>
                <a:latin typeface="+mj-lt"/>
                <a:ea typeface="+mj-ea"/>
                <a:cs typeface="+mj-cs"/>
              </a:rPr>
            </a:br>
            <a:br>
              <a:rPr lang="en-US" sz="2100" kern="1200" dirty="0">
                <a:solidFill>
                  <a:schemeClr val="tx1"/>
                </a:solidFill>
                <a:latin typeface="+mj-lt"/>
                <a:ea typeface="+mj-ea"/>
                <a:cs typeface="+mj-cs"/>
              </a:rPr>
            </a:br>
            <a:r>
              <a:rPr lang="en-US" sz="2100" kern="1200" dirty="0">
                <a:solidFill>
                  <a:schemeClr val="tx1"/>
                </a:solidFill>
                <a:latin typeface="+mj-lt"/>
                <a:ea typeface="+mj-ea"/>
                <a:cs typeface="+mj-cs"/>
              </a:rPr>
              <a:t>1)The marketing team wants to compare the total sales between different seasons. Use a subquery to calculate total sales for each season (Spring, Summer, Autumn, Winter) based on order purchase dates, and display the results. Spring is in the months of March, April and May. Summer is from June to August and Autumn is between September and November and rest months are Winter.</a:t>
            </a:r>
            <a:br>
              <a:rPr lang="en-US" sz="2100" kern="1200" dirty="0">
                <a:solidFill>
                  <a:schemeClr val="tx1"/>
                </a:solidFill>
                <a:latin typeface="+mj-lt"/>
                <a:ea typeface="+mj-ea"/>
                <a:cs typeface="+mj-cs"/>
              </a:rPr>
            </a:br>
            <a:r>
              <a:rPr lang="en-US" sz="2100" kern="1200" dirty="0">
                <a:solidFill>
                  <a:schemeClr val="tx1"/>
                </a:solidFill>
                <a:latin typeface="+mj-lt"/>
                <a:ea typeface="+mj-ea"/>
                <a:cs typeface="+mj-cs"/>
              </a:rPr>
              <a:t>Output: season, </a:t>
            </a:r>
            <a:r>
              <a:rPr lang="en-US" sz="2100" kern="1200" dirty="0" err="1">
                <a:solidFill>
                  <a:schemeClr val="tx1"/>
                </a:solidFill>
                <a:latin typeface="+mj-lt"/>
                <a:ea typeface="+mj-ea"/>
                <a:cs typeface="+mj-cs"/>
              </a:rPr>
              <a:t>total_sales</a:t>
            </a:r>
            <a:endParaRPr lang="en-US" sz="2100" kern="1200" dirty="0">
              <a:solidFill>
                <a:schemeClr val="tx1"/>
              </a:solidFill>
              <a:latin typeface="+mj-lt"/>
              <a:ea typeface="+mj-ea"/>
              <a:cs typeface="+mj-cs"/>
            </a:endParaRPr>
          </a:p>
        </p:txBody>
      </p:sp>
      <p:sp>
        <p:nvSpPr>
          <p:cNvPr id="13"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D1ACAE-1462-20DA-F8E9-B47C6B013023}"/>
              </a:ext>
            </a:extLst>
          </p:cNvPr>
          <p:cNvPicPr>
            <a:picLocks noChangeAspect="1"/>
          </p:cNvPicPr>
          <p:nvPr/>
        </p:nvPicPr>
        <p:blipFill>
          <a:blip r:embed="rId2"/>
          <a:stretch>
            <a:fillRect/>
          </a:stretch>
        </p:blipFill>
        <p:spPr>
          <a:xfrm>
            <a:off x="7879967" y="3808383"/>
            <a:ext cx="3681097" cy="2511137"/>
          </a:xfrm>
          <a:prstGeom prst="rect">
            <a:avLst/>
          </a:prstGeom>
        </p:spPr>
      </p:pic>
      <p:sp>
        <p:nvSpPr>
          <p:cNvPr id="6" name="TextBox 5">
            <a:extLst>
              <a:ext uri="{FF2B5EF4-FFF2-40B4-BE49-F238E27FC236}">
                <a16:creationId xmlns:a16="http://schemas.microsoft.com/office/drawing/2014/main" id="{3D0672DB-1E22-5B52-7AF1-3BBA811F365C}"/>
              </a:ext>
            </a:extLst>
          </p:cNvPr>
          <p:cNvSpPr txBox="1"/>
          <p:nvPr/>
        </p:nvSpPr>
        <p:spPr>
          <a:xfrm>
            <a:off x="4332734" y="457200"/>
            <a:ext cx="7859266" cy="2893983"/>
          </a:xfrm>
          <a:prstGeom prst="rect">
            <a:avLst/>
          </a:prstGeom>
        </p:spPr>
        <p:txBody>
          <a:bodyPr vert="horz" lIns="91440" tIns="45720" rIns="91440" bIns="45720" rtlCol="0" anchor="t">
            <a:noAutofit/>
          </a:bodyPr>
          <a:lstStyle/>
          <a:p>
            <a:pPr>
              <a:lnSpc>
                <a:spcPct val="90000"/>
              </a:lnSpc>
              <a:spcAft>
                <a:spcPts val="600"/>
              </a:spcAft>
            </a:pPr>
            <a:r>
              <a:rPr lang="en-US" sz="1600" dirty="0"/>
              <a:t>SELECT season, SUM(</a:t>
            </a:r>
            <a:r>
              <a:rPr lang="en-US" sz="1600" dirty="0" err="1"/>
              <a:t>o.price</a:t>
            </a:r>
            <a:r>
              <a:rPr lang="en-US" sz="1600" dirty="0"/>
              <a:t>) AS </a:t>
            </a:r>
            <a:r>
              <a:rPr lang="en-US" sz="1600" dirty="0" err="1"/>
              <a:t>total_sales</a:t>
            </a:r>
            <a:endParaRPr lang="en-US" sz="1600" dirty="0"/>
          </a:p>
          <a:p>
            <a:pPr>
              <a:lnSpc>
                <a:spcPct val="90000"/>
              </a:lnSpc>
              <a:spcAft>
                <a:spcPts val="600"/>
              </a:spcAft>
            </a:pPr>
            <a:r>
              <a:rPr lang="en-US" sz="1600" dirty="0"/>
              <a:t>FROM </a:t>
            </a:r>
            <a:r>
              <a:rPr lang="en-US" sz="1600" dirty="0" err="1"/>
              <a:t>amazon_brazil.order_items</a:t>
            </a:r>
            <a:r>
              <a:rPr lang="en-US" sz="1600" dirty="0"/>
              <a:t> o</a:t>
            </a:r>
          </a:p>
          <a:p>
            <a:pPr>
              <a:lnSpc>
                <a:spcPct val="90000"/>
              </a:lnSpc>
              <a:spcAft>
                <a:spcPts val="600"/>
              </a:spcAft>
            </a:pPr>
            <a:r>
              <a:rPr lang="en-US" sz="1600" dirty="0"/>
              <a:t>JOIN (    SELECT </a:t>
            </a:r>
            <a:r>
              <a:rPr lang="en-US" sz="1600" dirty="0" err="1"/>
              <a:t>order_id</a:t>
            </a:r>
            <a:r>
              <a:rPr lang="en-US" sz="1600" dirty="0"/>
              <a:t>,  CASE       </a:t>
            </a:r>
          </a:p>
          <a:p>
            <a:pPr>
              <a:lnSpc>
                <a:spcPct val="90000"/>
              </a:lnSpc>
              <a:spcAft>
                <a:spcPts val="600"/>
              </a:spcAft>
            </a:pPr>
            <a:r>
              <a:rPr lang="en-US" sz="1600" dirty="0"/>
              <a:t>	 WHEN CAST(TO_CHAR(</a:t>
            </a:r>
            <a:r>
              <a:rPr lang="en-US" sz="1600" dirty="0" err="1"/>
              <a:t>order_purchas_timestamp,'MM</a:t>
            </a:r>
            <a:r>
              <a:rPr lang="en-US" sz="1600" dirty="0"/>
              <a:t>') AS INT) 			BETWEEN 3 AND 5 THEN 'Spring'               </a:t>
            </a:r>
          </a:p>
          <a:p>
            <a:pPr>
              <a:lnSpc>
                <a:spcPct val="90000"/>
              </a:lnSpc>
              <a:spcAft>
                <a:spcPts val="600"/>
              </a:spcAft>
            </a:pPr>
            <a:r>
              <a:rPr lang="en-US" sz="1600" dirty="0"/>
              <a:t>	WHEN CAST(TO_CHAR(</a:t>
            </a:r>
            <a:r>
              <a:rPr lang="en-US" sz="1600" dirty="0" err="1"/>
              <a:t>order_purchas_timestamp,'MM</a:t>
            </a:r>
            <a:r>
              <a:rPr lang="en-US" sz="1600" dirty="0"/>
              <a:t>') AS INT) 			BETWEEN 6 AND 8 THEN 'Summer'               </a:t>
            </a:r>
          </a:p>
          <a:p>
            <a:pPr>
              <a:lnSpc>
                <a:spcPct val="90000"/>
              </a:lnSpc>
              <a:spcAft>
                <a:spcPts val="600"/>
              </a:spcAft>
            </a:pPr>
            <a:r>
              <a:rPr lang="en-US" sz="1600" dirty="0"/>
              <a:t>	WHEN CAST(TO_CHAR(</a:t>
            </a:r>
            <a:r>
              <a:rPr lang="en-US" sz="1600" dirty="0" err="1"/>
              <a:t>order_purchas_timestamp,'MM</a:t>
            </a:r>
            <a:r>
              <a:rPr lang="en-US" sz="1600" dirty="0"/>
              <a:t>') AS INT) 			BETWEEN 9 AND 11 THEN 'Autumn'               </a:t>
            </a:r>
          </a:p>
          <a:p>
            <a:pPr>
              <a:lnSpc>
                <a:spcPct val="90000"/>
              </a:lnSpc>
              <a:spcAft>
                <a:spcPts val="600"/>
              </a:spcAft>
            </a:pPr>
            <a:r>
              <a:rPr lang="en-US" sz="1600" dirty="0"/>
              <a:t>	ELSE 'Winter'           </a:t>
            </a:r>
          </a:p>
          <a:p>
            <a:pPr>
              <a:lnSpc>
                <a:spcPct val="90000"/>
              </a:lnSpc>
              <a:spcAft>
                <a:spcPts val="600"/>
              </a:spcAft>
            </a:pPr>
            <a:r>
              <a:rPr lang="en-US" sz="1600" dirty="0"/>
              <a:t>END AS season    </a:t>
            </a:r>
          </a:p>
          <a:p>
            <a:pPr>
              <a:lnSpc>
                <a:spcPct val="90000"/>
              </a:lnSpc>
              <a:spcAft>
                <a:spcPts val="600"/>
              </a:spcAft>
            </a:pPr>
            <a:r>
              <a:rPr lang="en-US" sz="1600" dirty="0"/>
              <a:t>FROM </a:t>
            </a:r>
            <a:r>
              <a:rPr lang="en-US" sz="1600" dirty="0" err="1"/>
              <a:t>amazon_brazil.orders</a:t>
            </a:r>
            <a:r>
              <a:rPr lang="en-US" sz="1600" dirty="0"/>
              <a:t> ) sub</a:t>
            </a:r>
          </a:p>
          <a:p>
            <a:pPr>
              <a:lnSpc>
                <a:spcPct val="90000"/>
              </a:lnSpc>
              <a:spcAft>
                <a:spcPts val="600"/>
              </a:spcAft>
            </a:pPr>
            <a:r>
              <a:rPr lang="en-US" sz="1600" dirty="0"/>
              <a:t>ON </a:t>
            </a:r>
            <a:r>
              <a:rPr lang="en-US" sz="1600" dirty="0" err="1"/>
              <a:t>o.order_id</a:t>
            </a:r>
            <a:r>
              <a:rPr lang="en-US" sz="1600" dirty="0"/>
              <a:t> = </a:t>
            </a:r>
            <a:r>
              <a:rPr lang="en-US" sz="1600" dirty="0" err="1"/>
              <a:t>sub.order_id</a:t>
            </a:r>
            <a:endParaRPr lang="en-US" sz="1600" dirty="0"/>
          </a:p>
          <a:p>
            <a:pPr>
              <a:lnSpc>
                <a:spcPct val="90000"/>
              </a:lnSpc>
              <a:spcAft>
                <a:spcPts val="600"/>
              </a:spcAft>
            </a:pPr>
            <a:r>
              <a:rPr lang="en-US" sz="1600" dirty="0"/>
              <a:t>GROUP BY season</a:t>
            </a:r>
          </a:p>
          <a:p>
            <a:pPr>
              <a:lnSpc>
                <a:spcPct val="90000"/>
              </a:lnSpc>
              <a:spcAft>
                <a:spcPts val="600"/>
              </a:spcAft>
            </a:pPr>
            <a:r>
              <a:rPr lang="en-US" sz="1600" dirty="0"/>
              <a:t>ORDER BY </a:t>
            </a:r>
            <a:r>
              <a:rPr lang="en-US" sz="1600" dirty="0" err="1"/>
              <a:t>total_sales</a:t>
            </a:r>
            <a:r>
              <a:rPr lang="en-US" sz="1600" dirty="0"/>
              <a:t> DESC;</a:t>
            </a:r>
          </a:p>
        </p:txBody>
      </p:sp>
    </p:spTree>
    <p:extLst>
      <p:ext uri="{BB962C8B-B14F-4D97-AF65-F5344CB8AC3E}">
        <p14:creationId xmlns:p14="http://schemas.microsoft.com/office/powerpoint/2010/main" val="4264261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B27FF1-8355-11A4-5485-2BF295D9A5CD}"/>
              </a:ext>
            </a:extLst>
          </p:cNvPr>
          <p:cNvSpPr>
            <a:spLocks noGrp="1"/>
          </p:cNvSpPr>
          <p:nvPr>
            <p:ph type="title"/>
          </p:nvPr>
        </p:nvSpPr>
        <p:spPr>
          <a:xfrm>
            <a:off x="459233" y="194915"/>
            <a:ext cx="4608575" cy="2773680"/>
          </a:xfrm>
        </p:spPr>
        <p:txBody>
          <a:bodyPr vert="horz" lIns="91440" tIns="45720" rIns="91440" bIns="45720" rtlCol="0" anchor="ctr">
            <a:noAutofit/>
          </a:bodyPr>
          <a:lstStyle/>
          <a:p>
            <a:r>
              <a:rPr lang="en-US" sz="2100" dirty="0"/>
              <a:t>2)The inventory team is interested in identifying products that have sales volumes above the overall average. Write a query that uses a subquery to filter products with a total quantity sold above the average quantity. Output: </a:t>
            </a:r>
            <a:r>
              <a:rPr lang="en-US" sz="2100" dirty="0" err="1"/>
              <a:t>product_id</a:t>
            </a:r>
            <a:r>
              <a:rPr lang="en-US" sz="2100" dirty="0"/>
              <a:t>, </a:t>
            </a:r>
            <a:r>
              <a:rPr lang="en-US" sz="2100" dirty="0" err="1"/>
              <a:t>total_quantity_sold</a:t>
            </a:r>
            <a:endParaRPr lang="en-US" sz="2100" dirty="0"/>
          </a:p>
        </p:txBody>
      </p:sp>
      <p:sp>
        <p:nvSpPr>
          <p:cNvPr id="15"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7120423-ED13-1732-3203-5D2BCF0DC359}"/>
              </a:ext>
            </a:extLst>
          </p:cNvPr>
          <p:cNvSpPr txBox="1"/>
          <p:nvPr/>
        </p:nvSpPr>
        <p:spPr>
          <a:xfrm>
            <a:off x="5429502" y="388620"/>
            <a:ext cx="6467857" cy="2971800"/>
          </a:xfrm>
          <a:prstGeom prst="rect">
            <a:avLst/>
          </a:prstGeom>
        </p:spPr>
        <p:txBody>
          <a:bodyPr vert="horz" lIns="91440" tIns="45720" rIns="91440" bIns="45720" rtlCol="0" anchor="ctr">
            <a:noAutofit/>
          </a:bodyPr>
          <a:lstStyle/>
          <a:p>
            <a:pPr>
              <a:lnSpc>
                <a:spcPct val="90000"/>
              </a:lnSpc>
              <a:spcAft>
                <a:spcPts val="600"/>
              </a:spcAft>
            </a:pPr>
            <a:r>
              <a:rPr lang="en-US" sz="1600" dirty="0"/>
              <a:t>SELECT </a:t>
            </a:r>
            <a:r>
              <a:rPr lang="en-US" sz="1600" dirty="0" err="1"/>
              <a:t>product_id</a:t>
            </a:r>
            <a:r>
              <a:rPr lang="en-US" sz="1600" dirty="0"/>
              <a:t>, COUNT(*) AS </a:t>
            </a:r>
            <a:r>
              <a:rPr lang="en-US" sz="1600" dirty="0" err="1"/>
              <a:t>total_quantity_sold</a:t>
            </a:r>
            <a:endParaRPr lang="en-US" sz="1600" dirty="0"/>
          </a:p>
          <a:p>
            <a:pPr>
              <a:lnSpc>
                <a:spcPct val="90000"/>
              </a:lnSpc>
              <a:spcAft>
                <a:spcPts val="600"/>
              </a:spcAft>
            </a:pPr>
            <a:r>
              <a:rPr lang="en-US" sz="1600" dirty="0"/>
              <a:t>FROM </a:t>
            </a:r>
            <a:r>
              <a:rPr lang="en-US" sz="1600" dirty="0" err="1"/>
              <a:t>amazon_brazil.order_items</a:t>
            </a:r>
            <a:endParaRPr lang="en-US" sz="1600" dirty="0"/>
          </a:p>
          <a:p>
            <a:pPr>
              <a:lnSpc>
                <a:spcPct val="90000"/>
              </a:lnSpc>
              <a:spcAft>
                <a:spcPts val="600"/>
              </a:spcAft>
            </a:pPr>
            <a:r>
              <a:rPr lang="en-US" sz="1600" dirty="0"/>
              <a:t>GROUP BY </a:t>
            </a:r>
            <a:r>
              <a:rPr lang="en-US" sz="1600" dirty="0" err="1"/>
              <a:t>product_id</a:t>
            </a:r>
            <a:endParaRPr lang="en-US" sz="1600" dirty="0"/>
          </a:p>
          <a:p>
            <a:pPr>
              <a:lnSpc>
                <a:spcPct val="90000"/>
              </a:lnSpc>
              <a:spcAft>
                <a:spcPts val="600"/>
              </a:spcAft>
            </a:pPr>
            <a:r>
              <a:rPr lang="en-US" sz="1600" dirty="0"/>
              <a:t>HAVING COUNT(*) &gt; </a:t>
            </a:r>
          </a:p>
          <a:p>
            <a:pPr>
              <a:lnSpc>
                <a:spcPct val="90000"/>
              </a:lnSpc>
              <a:spcAft>
                <a:spcPts val="600"/>
              </a:spcAft>
            </a:pPr>
            <a:r>
              <a:rPr lang="en-US" sz="1600" dirty="0"/>
              <a:t>	( SELECT AVG(</a:t>
            </a:r>
            <a:r>
              <a:rPr lang="en-US" sz="1600" dirty="0" err="1"/>
              <a:t>product_count</a:t>
            </a:r>
            <a:r>
              <a:rPr lang="en-US" sz="1600" dirty="0"/>
              <a:t>)   </a:t>
            </a:r>
          </a:p>
          <a:p>
            <a:pPr>
              <a:lnSpc>
                <a:spcPct val="90000"/>
              </a:lnSpc>
              <a:spcAft>
                <a:spcPts val="600"/>
              </a:spcAft>
            </a:pPr>
            <a:r>
              <a:rPr lang="en-US" sz="1600" dirty="0"/>
              <a:t>	 FROM  (   SELECT COUNT(*) AS </a:t>
            </a:r>
            <a:r>
              <a:rPr lang="en-US" sz="1600" dirty="0" err="1"/>
              <a:t>product_count</a:t>
            </a:r>
            <a:r>
              <a:rPr lang="en-US" sz="1600" dirty="0"/>
              <a:t>        </a:t>
            </a:r>
          </a:p>
          <a:p>
            <a:pPr>
              <a:lnSpc>
                <a:spcPct val="90000"/>
              </a:lnSpc>
              <a:spcAft>
                <a:spcPts val="600"/>
              </a:spcAft>
            </a:pPr>
            <a:r>
              <a:rPr lang="en-US" sz="1600" dirty="0"/>
              <a:t>	            	 FROM </a:t>
            </a:r>
            <a:r>
              <a:rPr lang="en-US" sz="1600" dirty="0" err="1"/>
              <a:t>amazon_brazil.order_items</a:t>
            </a:r>
            <a:r>
              <a:rPr lang="en-US" sz="1600" dirty="0"/>
              <a:t>        </a:t>
            </a:r>
          </a:p>
          <a:p>
            <a:pPr>
              <a:lnSpc>
                <a:spcPct val="90000"/>
              </a:lnSpc>
              <a:spcAft>
                <a:spcPts val="600"/>
              </a:spcAft>
            </a:pPr>
            <a:r>
              <a:rPr lang="en-US" sz="1600" dirty="0"/>
              <a:t>		 GROUP BY </a:t>
            </a:r>
            <a:r>
              <a:rPr lang="en-US" sz="1600" dirty="0" err="1"/>
              <a:t>product_id</a:t>
            </a:r>
            <a:r>
              <a:rPr lang="en-US" sz="1600" dirty="0"/>
              <a:t> ) </a:t>
            </a:r>
          </a:p>
          <a:p>
            <a:pPr>
              <a:lnSpc>
                <a:spcPct val="90000"/>
              </a:lnSpc>
              <a:spcAft>
                <a:spcPts val="600"/>
              </a:spcAft>
            </a:pPr>
            <a:r>
              <a:rPr lang="en-US" sz="1600" dirty="0"/>
              <a:t>	AS sub )</a:t>
            </a:r>
          </a:p>
          <a:p>
            <a:pPr>
              <a:lnSpc>
                <a:spcPct val="90000"/>
              </a:lnSpc>
              <a:spcAft>
                <a:spcPts val="600"/>
              </a:spcAft>
            </a:pPr>
            <a:r>
              <a:rPr lang="en-US" sz="1600" dirty="0"/>
              <a:t>ORDER BY </a:t>
            </a:r>
            <a:r>
              <a:rPr lang="en-US" sz="1600" dirty="0" err="1"/>
              <a:t>total_quantity_sold</a:t>
            </a:r>
            <a:r>
              <a:rPr lang="en-US" sz="1600" dirty="0"/>
              <a:t> DESC;</a:t>
            </a:r>
          </a:p>
        </p:txBody>
      </p:sp>
      <p:pic>
        <p:nvPicPr>
          <p:cNvPr id="6" name="Picture 5">
            <a:extLst>
              <a:ext uri="{FF2B5EF4-FFF2-40B4-BE49-F238E27FC236}">
                <a16:creationId xmlns:a16="http://schemas.microsoft.com/office/drawing/2014/main" id="{12E28EE0-57B8-08CD-62AD-79327BE02109}"/>
              </a:ext>
            </a:extLst>
          </p:cNvPr>
          <p:cNvPicPr>
            <a:picLocks noChangeAspect="1"/>
          </p:cNvPicPr>
          <p:nvPr/>
        </p:nvPicPr>
        <p:blipFill>
          <a:blip r:embed="rId2"/>
          <a:stretch>
            <a:fillRect/>
          </a:stretch>
        </p:blipFill>
        <p:spPr>
          <a:xfrm>
            <a:off x="630937" y="3712400"/>
            <a:ext cx="4184904" cy="2950685"/>
          </a:xfrm>
          <a:prstGeom prst="rect">
            <a:avLst/>
          </a:prstGeom>
        </p:spPr>
      </p:pic>
      <p:pic>
        <p:nvPicPr>
          <p:cNvPr id="8" name="Picture 7">
            <a:extLst>
              <a:ext uri="{FF2B5EF4-FFF2-40B4-BE49-F238E27FC236}">
                <a16:creationId xmlns:a16="http://schemas.microsoft.com/office/drawing/2014/main" id="{95A8E384-2D78-BE5D-7BC8-0BB30C61A7A9}"/>
              </a:ext>
            </a:extLst>
          </p:cNvPr>
          <p:cNvPicPr>
            <a:picLocks noChangeAspect="1"/>
          </p:cNvPicPr>
          <p:nvPr/>
        </p:nvPicPr>
        <p:blipFill>
          <a:blip r:embed="rId3"/>
          <a:stretch>
            <a:fillRect/>
          </a:stretch>
        </p:blipFill>
        <p:spPr>
          <a:xfrm>
            <a:off x="5541263" y="3685025"/>
            <a:ext cx="4297034" cy="2978060"/>
          </a:xfrm>
          <a:prstGeom prst="rect">
            <a:avLst/>
          </a:prstGeom>
        </p:spPr>
      </p:pic>
    </p:spTree>
    <p:extLst>
      <p:ext uri="{BB962C8B-B14F-4D97-AF65-F5344CB8AC3E}">
        <p14:creationId xmlns:p14="http://schemas.microsoft.com/office/powerpoint/2010/main" val="1407167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07CCBF-B3C2-BE59-4A5F-116659C9C480}"/>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2100" kern="1200" dirty="0">
                <a:solidFill>
                  <a:schemeClr val="tx1"/>
                </a:solidFill>
                <a:latin typeface="+mj-lt"/>
                <a:ea typeface="+mj-ea"/>
                <a:cs typeface="+mj-cs"/>
              </a:rPr>
              <a:t>3)To understand seasonal sales patterns, the finance team is </a:t>
            </a:r>
            <a:r>
              <a:rPr lang="en-US" sz="2100" kern="1200" dirty="0" err="1">
                <a:solidFill>
                  <a:schemeClr val="tx1"/>
                </a:solidFill>
                <a:latin typeface="+mj-lt"/>
                <a:ea typeface="+mj-ea"/>
                <a:cs typeface="+mj-cs"/>
              </a:rPr>
              <a:t>analysing</a:t>
            </a:r>
            <a:r>
              <a:rPr lang="en-US" sz="2100" kern="1200" dirty="0">
                <a:solidFill>
                  <a:schemeClr val="tx1"/>
                </a:solidFill>
                <a:latin typeface="+mj-lt"/>
                <a:ea typeface="+mj-ea"/>
                <a:cs typeface="+mj-cs"/>
              </a:rPr>
              <a:t> the monthly revenue trends over the past year (year 2018). Run a query to calculate total revenue generated each month and identify periods of peak and low sales. Export the data to Excel and create a graph to visually represent revenue changes across the months. -- Output: month, </a:t>
            </a:r>
            <a:r>
              <a:rPr lang="en-US" sz="2100" kern="1200" dirty="0" err="1">
                <a:solidFill>
                  <a:schemeClr val="tx1"/>
                </a:solidFill>
                <a:latin typeface="+mj-lt"/>
                <a:ea typeface="+mj-ea"/>
                <a:cs typeface="+mj-cs"/>
              </a:rPr>
              <a:t>total_revenue</a:t>
            </a:r>
            <a:endParaRPr lang="en-US" sz="2100" kern="1200" dirty="0">
              <a:solidFill>
                <a:schemeClr val="tx1"/>
              </a:solidFill>
              <a:latin typeface="+mj-lt"/>
              <a:ea typeface="+mj-ea"/>
              <a:cs typeface="+mj-cs"/>
            </a:endParaRPr>
          </a:p>
        </p:txBody>
      </p:sp>
      <p:sp>
        <p:nvSpPr>
          <p:cNvPr id="13"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693C639-98CD-1309-27F9-0CE75AB25630}"/>
              </a:ext>
            </a:extLst>
          </p:cNvPr>
          <p:cNvPicPr>
            <a:picLocks noChangeAspect="1"/>
          </p:cNvPicPr>
          <p:nvPr/>
        </p:nvPicPr>
        <p:blipFill>
          <a:blip r:embed="rId2"/>
          <a:stretch>
            <a:fillRect/>
          </a:stretch>
        </p:blipFill>
        <p:spPr>
          <a:xfrm>
            <a:off x="8465675" y="3128792"/>
            <a:ext cx="2441052" cy="3257728"/>
          </a:xfrm>
          <a:prstGeom prst="rect">
            <a:avLst/>
          </a:prstGeom>
        </p:spPr>
      </p:pic>
      <p:sp>
        <p:nvSpPr>
          <p:cNvPr id="4" name="TextBox 3">
            <a:extLst>
              <a:ext uri="{FF2B5EF4-FFF2-40B4-BE49-F238E27FC236}">
                <a16:creationId xmlns:a16="http://schemas.microsoft.com/office/drawing/2014/main" id="{918B1320-620C-D17B-87D9-F54F613DECC4}"/>
              </a:ext>
            </a:extLst>
          </p:cNvPr>
          <p:cNvSpPr txBox="1"/>
          <p:nvPr/>
        </p:nvSpPr>
        <p:spPr>
          <a:xfrm>
            <a:off x="4556760" y="802092"/>
            <a:ext cx="6894576" cy="1428487"/>
          </a:xfrm>
          <a:prstGeom prst="rect">
            <a:avLst/>
          </a:prstGeom>
        </p:spPr>
        <p:txBody>
          <a:bodyPr vert="horz" lIns="91440" tIns="45720" rIns="91440" bIns="45720" rtlCol="0" anchor="t">
            <a:noAutofit/>
          </a:bodyPr>
          <a:lstStyle/>
          <a:p>
            <a:pPr>
              <a:lnSpc>
                <a:spcPct val="90000"/>
              </a:lnSpc>
              <a:spcAft>
                <a:spcPts val="600"/>
              </a:spcAft>
            </a:pPr>
            <a:r>
              <a:rPr lang="en-US" dirty="0"/>
              <a:t>SELECT    TO_CHAR(</a:t>
            </a:r>
            <a:r>
              <a:rPr lang="en-US" dirty="0" err="1"/>
              <a:t>order_delivered_customer_date,'Month</a:t>
            </a:r>
            <a:r>
              <a:rPr lang="en-US" dirty="0"/>
              <a:t>') AS month,    round(SUM(</a:t>
            </a:r>
            <a:r>
              <a:rPr lang="en-US" dirty="0" err="1"/>
              <a:t>o.price</a:t>
            </a:r>
            <a:r>
              <a:rPr lang="en-US" dirty="0"/>
              <a:t>),0) AS </a:t>
            </a:r>
            <a:r>
              <a:rPr lang="en-US" dirty="0" err="1"/>
              <a:t>total_revenue</a:t>
            </a:r>
            <a:endParaRPr lang="en-US" dirty="0"/>
          </a:p>
          <a:p>
            <a:pPr>
              <a:lnSpc>
                <a:spcPct val="90000"/>
              </a:lnSpc>
              <a:spcAft>
                <a:spcPts val="600"/>
              </a:spcAft>
            </a:pPr>
            <a:r>
              <a:rPr lang="en-US" dirty="0"/>
              <a:t>FROM </a:t>
            </a:r>
            <a:r>
              <a:rPr lang="en-US" dirty="0" err="1"/>
              <a:t>amazon_brazil.order_items</a:t>
            </a:r>
            <a:r>
              <a:rPr lang="en-US" dirty="0"/>
              <a:t> AS o</a:t>
            </a:r>
          </a:p>
          <a:p>
            <a:pPr>
              <a:lnSpc>
                <a:spcPct val="90000"/>
              </a:lnSpc>
              <a:spcAft>
                <a:spcPts val="600"/>
              </a:spcAft>
            </a:pPr>
            <a:r>
              <a:rPr lang="en-US" dirty="0"/>
              <a:t>JOIN </a:t>
            </a:r>
            <a:r>
              <a:rPr lang="en-US" dirty="0" err="1"/>
              <a:t>amazon_brazil.orders</a:t>
            </a:r>
            <a:r>
              <a:rPr lang="en-US" dirty="0"/>
              <a:t> AS s    </a:t>
            </a:r>
          </a:p>
          <a:p>
            <a:pPr>
              <a:lnSpc>
                <a:spcPct val="90000"/>
              </a:lnSpc>
              <a:spcAft>
                <a:spcPts val="600"/>
              </a:spcAft>
            </a:pPr>
            <a:r>
              <a:rPr lang="en-US" dirty="0"/>
              <a:t>ON </a:t>
            </a:r>
            <a:r>
              <a:rPr lang="en-US" dirty="0" err="1"/>
              <a:t>o.order_id</a:t>
            </a:r>
            <a:r>
              <a:rPr lang="en-US" dirty="0"/>
              <a:t> = </a:t>
            </a:r>
            <a:r>
              <a:rPr lang="en-US" dirty="0" err="1"/>
              <a:t>s.order_id</a:t>
            </a:r>
            <a:r>
              <a:rPr lang="en-US" dirty="0"/>
              <a:t>	</a:t>
            </a:r>
          </a:p>
          <a:p>
            <a:pPr>
              <a:lnSpc>
                <a:spcPct val="90000"/>
              </a:lnSpc>
              <a:spcAft>
                <a:spcPts val="600"/>
              </a:spcAft>
            </a:pPr>
            <a:r>
              <a:rPr lang="en-US" dirty="0"/>
              <a:t>WHERE CAST(TO_CHAR(</a:t>
            </a:r>
            <a:r>
              <a:rPr lang="en-US" dirty="0" err="1"/>
              <a:t>order_delivered_customer_date</a:t>
            </a:r>
            <a:r>
              <a:rPr lang="en-US" dirty="0"/>
              <a:t>, 'YYYY') AS INTEGER) &gt;=  2018</a:t>
            </a:r>
          </a:p>
          <a:p>
            <a:pPr>
              <a:lnSpc>
                <a:spcPct val="90000"/>
              </a:lnSpc>
              <a:spcAft>
                <a:spcPts val="600"/>
              </a:spcAft>
            </a:pPr>
            <a:r>
              <a:rPr lang="en-US" dirty="0"/>
              <a:t>GROUP BY month</a:t>
            </a:r>
          </a:p>
          <a:p>
            <a:pPr>
              <a:lnSpc>
                <a:spcPct val="90000"/>
              </a:lnSpc>
              <a:spcAft>
                <a:spcPts val="600"/>
              </a:spcAft>
            </a:pPr>
            <a:r>
              <a:rPr lang="en-US" dirty="0"/>
              <a:t>ORDER BY </a:t>
            </a:r>
            <a:r>
              <a:rPr lang="en-US" dirty="0" err="1"/>
              <a:t>total_revenue</a:t>
            </a:r>
            <a:r>
              <a:rPr lang="en-US" dirty="0"/>
              <a:t> desc;</a:t>
            </a:r>
          </a:p>
        </p:txBody>
      </p:sp>
    </p:spTree>
    <p:extLst>
      <p:ext uri="{BB962C8B-B14F-4D97-AF65-F5344CB8AC3E}">
        <p14:creationId xmlns:p14="http://schemas.microsoft.com/office/powerpoint/2010/main" val="2360327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A3E2D8-DD9F-761C-4480-662F15784807}"/>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2100" kern="1200" dirty="0">
                <a:solidFill>
                  <a:schemeClr val="tx1"/>
                </a:solidFill>
                <a:latin typeface="+mj-lt"/>
                <a:ea typeface="+mj-ea"/>
                <a:cs typeface="+mj-cs"/>
              </a:rPr>
              <a:t>4)A loyalty program is being designed  for Amazon India. Create a segmentation based on purchase frequency: ‘Occasional’ for customers with 1-2 orders, ‘Regular’ for 3-5 orders, and ‘Loyal’ for more than 5 orders. Use a CTE to classify customers and their count and generate a chart in Excel to show the proportion of each segment.-- Output: </a:t>
            </a:r>
            <a:r>
              <a:rPr lang="en-US" sz="2100" kern="1200" dirty="0" err="1">
                <a:solidFill>
                  <a:schemeClr val="tx1"/>
                </a:solidFill>
                <a:latin typeface="+mj-lt"/>
                <a:ea typeface="+mj-ea"/>
                <a:cs typeface="+mj-cs"/>
              </a:rPr>
              <a:t>customer_type</a:t>
            </a:r>
            <a:r>
              <a:rPr lang="en-US" sz="2100" kern="1200" dirty="0">
                <a:solidFill>
                  <a:schemeClr val="tx1"/>
                </a:solidFill>
                <a:latin typeface="+mj-lt"/>
                <a:ea typeface="+mj-ea"/>
                <a:cs typeface="+mj-cs"/>
              </a:rPr>
              <a:t>, count</a:t>
            </a:r>
          </a:p>
        </p:txBody>
      </p:sp>
      <p:sp>
        <p:nvSpPr>
          <p:cNvPr id="13"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FF6550F-9638-5146-C251-4BE327C0B115}"/>
              </a:ext>
            </a:extLst>
          </p:cNvPr>
          <p:cNvPicPr>
            <a:picLocks noChangeAspect="1"/>
          </p:cNvPicPr>
          <p:nvPr/>
        </p:nvPicPr>
        <p:blipFill>
          <a:blip r:embed="rId2"/>
          <a:srcRect t="7490" b="1051"/>
          <a:stretch>
            <a:fillRect/>
          </a:stretch>
        </p:blipFill>
        <p:spPr>
          <a:xfrm>
            <a:off x="7306928" y="4140867"/>
            <a:ext cx="3786776" cy="2032000"/>
          </a:xfrm>
          <a:prstGeom prst="rect">
            <a:avLst/>
          </a:prstGeom>
        </p:spPr>
      </p:pic>
      <p:sp>
        <p:nvSpPr>
          <p:cNvPr id="4" name="TextBox 3">
            <a:extLst>
              <a:ext uri="{FF2B5EF4-FFF2-40B4-BE49-F238E27FC236}">
                <a16:creationId xmlns:a16="http://schemas.microsoft.com/office/drawing/2014/main" id="{B9A04F7F-CF3A-5CE0-4086-4907A6190EBD}"/>
              </a:ext>
            </a:extLst>
          </p:cNvPr>
          <p:cNvSpPr txBox="1"/>
          <p:nvPr/>
        </p:nvSpPr>
        <p:spPr>
          <a:xfrm>
            <a:off x="4556760" y="1050893"/>
            <a:ext cx="6894576" cy="1428487"/>
          </a:xfrm>
          <a:prstGeom prst="rect">
            <a:avLst/>
          </a:prstGeom>
        </p:spPr>
        <p:txBody>
          <a:bodyPr vert="horz" lIns="91440" tIns="45720" rIns="91440" bIns="45720" rtlCol="0" anchor="t">
            <a:noAutofit/>
          </a:bodyPr>
          <a:lstStyle/>
          <a:p>
            <a:pPr>
              <a:lnSpc>
                <a:spcPct val="90000"/>
              </a:lnSpc>
              <a:spcAft>
                <a:spcPts val="600"/>
              </a:spcAft>
            </a:pPr>
            <a:r>
              <a:rPr lang="en-US" sz="1600" dirty="0"/>
              <a:t>WITH </a:t>
            </a:r>
            <a:r>
              <a:rPr lang="en-US" sz="1600" dirty="0" err="1"/>
              <a:t>my_cte</a:t>
            </a:r>
            <a:r>
              <a:rPr lang="en-US" sz="1600" dirty="0"/>
              <a:t> AS ( SELECT </a:t>
            </a:r>
            <a:r>
              <a:rPr lang="en-US" sz="1600" dirty="0" err="1"/>
              <a:t>customer_id,count</a:t>
            </a:r>
            <a:r>
              <a:rPr lang="en-US" sz="1600" dirty="0"/>
              <a:t>(</a:t>
            </a:r>
            <a:r>
              <a:rPr lang="en-US" sz="1600" dirty="0" err="1"/>
              <a:t>order_id</a:t>
            </a:r>
            <a:r>
              <a:rPr lang="en-US" sz="1600" dirty="0"/>
              <a:t>) as count </a:t>
            </a:r>
          </a:p>
          <a:p>
            <a:pPr>
              <a:lnSpc>
                <a:spcPct val="90000"/>
              </a:lnSpc>
              <a:spcAft>
                <a:spcPts val="600"/>
              </a:spcAft>
            </a:pPr>
            <a:r>
              <a:rPr lang="en-US" sz="1600" dirty="0"/>
              <a:t>	                  FROM </a:t>
            </a:r>
            <a:r>
              <a:rPr lang="en-US" sz="1600" dirty="0" err="1"/>
              <a:t>amazon_brazil.orders</a:t>
            </a:r>
            <a:r>
              <a:rPr lang="en-US" sz="1600" dirty="0"/>
              <a:t>	</a:t>
            </a:r>
          </a:p>
          <a:p>
            <a:pPr>
              <a:lnSpc>
                <a:spcPct val="90000"/>
              </a:lnSpc>
              <a:spcAft>
                <a:spcPts val="600"/>
              </a:spcAft>
            </a:pPr>
            <a:r>
              <a:rPr lang="en-US" sz="1600" dirty="0"/>
              <a:t>	                  GROUP BY </a:t>
            </a:r>
            <a:r>
              <a:rPr lang="en-US" sz="1600" dirty="0" err="1"/>
              <a:t>customer_id</a:t>
            </a:r>
            <a:r>
              <a:rPr lang="en-US" sz="1600" dirty="0"/>
              <a:t>)</a:t>
            </a:r>
          </a:p>
          <a:p>
            <a:pPr>
              <a:lnSpc>
                <a:spcPct val="90000"/>
              </a:lnSpc>
              <a:spcAft>
                <a:spcPts val="600"/>
              </a:spcAft>
            </a:pPr>
            <a:endParaRPr lang="en-US" sz="1600" dirty="0"/>
          </a:p>
          <a:p>
            <a:pPr>
              <a:lnSpc>
                <a:spcPct val="90000"/>
              </a:lnSpc>
              <a:spcAft>
                <a:spcPts val="600"/>
              </a:spcAft>
            </a:pPr>
            <a:r>
              <a:rPr lang="en-US" sz="1600" dirty="0"/>
              <a:t>SELECT CASE 	</a:t>
            </a:r>
          </a:p>
          <a:p>
            <a:pPr>
              <a:lnSpc>
                <a:spcPct val="90000"/>
              </a:lnSpc>
              <a:spcAft>
                <a:spcPts val="600"/>
              </a:spcAft>
            </a:pPr>
            <a:r>
              <a:rPr lang="en-US" sz="1600" dirty="0"/>
              <a:t>	WHEN count BETWEEN 1 AND 2 THEN 'Occasional’</a:t>
            </a:r>
          </a:p>
          <a:p>
            <a:pPr>
              <a:lnSpc>
                <a:spcPct val="90000"/>
              </a:lnSpc>
              <a:spcAft>
                <a:spcPts val="600"/>
              </a:spcAft>
            </a:pPr>
            <a:r>
              <a:rPr lang="en-US" sz="1600" dirty="0"/>
              <a:t>	WHEN count BETWEEN 3 AND 5 THEN 'Regular’	</a:t>
            </a:r>
          </a:p>
          <a:p>
            <a:pPr>
              <a:lnSpc>
                <a:spcPct val="90000"/>
              </a:lnSpc>
              <a:spcAft>
                <a:spcPts val="600"/>
              </a:spcAft>
            </a:pPr>
            <a:r>
              <a:rPr lang="en-US" sz="1600" dirty="0"/>
              <a:t>	ELSE 'Loyal’ 	</a:t>
            </a:r>
          </a:p>
          <a:p>
            <a:pPr>
              <a:lnSpc>
                <a:spcPct val="90000"/>
              </a:lnSpc>
              <a:spcAft>
                <a:spcPts val="600"/>
              </a:spcAft>
            </a:pPr>
            <a:r>
              <a:rPr lang="en-US" sz="1600" dirty="0"/>
              <a:t>                 END as </a:t>
            </a:r>
            <a:r>
              <a:rPr lang="en-US" sz="1600" dirty="0" err="1"/>
              <a:t>customer_type</a:t>
            </a:r>
            <a:r>
              <a:rPr lang="en-US" sz="1600" dirty="0"/>
              <a:t> , count(*) </a:t>
            </a:r>
          </a:p>
          <a:p>
            <a:pPr>
              <a:lnSpc>
                <a:spcPct val="90000"/>
              </a:lnSpc>
              <a:spcAft>
                <a:spcPts val="600"/>
              </a:spcAft>
            </a:pPr>
            <a:r>
              <a:rPr lang="en-US" sz="1600" dirty="0"/>
              <a:t>FROM </a:t>
            </a:r>
            <a:r>
              <a:rPr lang="en-US" sz="1600" dirty="0" err="1"/>
              <a:t>my_cte</a:t>
            </a:r>
            <a:r>
              <a:rPr lang="en-US" sz="1600" dirty="0"/>
              <a:t>	</a:t>
            </a:r>
          </a:p>
          <a:p>
            <a:pPr>
              <a:lnSpc>
                <a:spcPct val="90000"/>
              </a:lnSpc>
              <a:spcAft>
                <a:spcPts val="600"/>
              </a:spcAft>
            </a:pPr>
            <a:r>
              <a:rPr lang="en-US" sz="1600" dirty="0"/>
              <a:t>GROUP BY </a:t>
            </a:r>
            <a:r>
              <a:rPr lang="en-US" sz="1600" dirty="0" err="1"/>
              <a:t>customer_type</a:t>
            </a:r>
            <a:r>
              <a:rPr lang="en-US" sz="1600" dirty="0"/>
              <a:t>;</a:t>
            </a:r>
          </a:p>
        </p:txBody>
      </p:sp>
    </p:spTree>
    <p:extLst>
      <p:ext uri="{BB962C8B-B14F-4D97-AF65-F5344CB8AC3E}">
        <p14:creationId xmlns:p14="http://schemas.microsoft.com/office/powerpoint/2010/main" val="2802177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C373FE-567A-3F45-6F8E-41EE986C0538}"/>
              </a:ext>
            </a:extLst>
          </p:cNvPr>
          <p:cNvSpPr>
            <a:spLocks noGrp="1"/>
          </p:cNvSpPr>
          <p:nvPr>
            <p:ph type="title"/>
          </p:nvPr>
        </p:nvSpPr>
        <p:spPr>
          <a:xfrm>
            <a:off x="546608" y="644652"/>
            <a:ext cx="4343400" cy="1929384"/>
          </a:xfrm>
        </p:spPr>
        <p:txBody>
          <a:bodyPr vert="horz" lIns="91440" tIns="45720" rIns="91440" bIns="45720" rtlCol="0" anchor="ctr">
            <a:noAutofit/>
          </a:bodyPr>
          <a:lstStyle/>
          <a:p>
            <a:r>
              <a:rPr lang="en-US" sz="2100" dirty="0"/>
              <a:t>5)Amazon wants to identify high-value customers to target for an exclusive rewards program. You are required to rank customers based on their average order value (</a:t>
            </a:r>
            <a:r>
              <a:rPr lang="en-US" sz="2100" dirty="0" err="1"/>
              <a:t>avg_order_value</a:t>
            </a:r>
            <a:r>
              <a:rPr lang="en-US" sz="2100" dirty="0"/>
              <a:t>) to find the top 20 customers.-- Output: </a:t>
            </a:r>
            <a:r>
              <a:rPr lang="en-US" sz="2100" dirty="0" err="1"/>
              <a:t>customer_id</a:t>
            </a:r>
            <a:r>
              <a:rPr lang="en-US" sz="2100" dirty="0"/>
              <a:t>, </a:t>
            </a:r>
            <a:r>
              <a:rPr lang="en-US" sz="2100" dirty="0" err="1"/>
              <a:t>avg_order_value</a:t>
            </a:r>
            <a:r>
              <a:rPr lang="en-US" sz="2100" dirty="0"/>
              <a:t>, and </a:t>
            </a:r>
            <a:r>
              <a:rPr lang="en-US" sz="2100" dirty="0" err="1"/>
              <a:t>customer_rank</a:t>
            </a:r>
            <a:endParaRPr lang="en-US" sz="2100" dirty="0"/>
          </a:p>
        </p:txBody>
      </p:sp>
      <p:sp>
        <p:nvSpPr>
          <p:cNvPr id="15"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6732457-AFD9-D1E8-E0C4-E86B7FC9C116}"/>
              </a:ext>
            </a:extLst>
          </p:cNvPr>
          <p:cNvSpPr txBox="1"/>
          <p:nvPr/>
        </p:nvSpPr>
        <p:spPr>
          <a:xfrm>
            <a:off x="5559551" y="919316"/>
            <a:ext cx="6007608" cy="1929384"/>
          </a:xfrm>
          <a:prstGeom prst="rect">
            <a:avLst/>
          </a:prstGeom>
        </p:spPr>
        <p:txBody>
          <a:bodyPr vert="horz" lIns="91440" tIns="45720" rIns="91440" bIns="45720" rtlCol="0" anchor="ctr">
            <a:noAutofit/>
          </a:bodyPr>
          <a:lstStyle/>
          <a:p>
            <a:pPr>
              <a:lnSpc>
                <a:spcPct val="90000"/>
              </a:lnSpc>
              <a:spcAft>
                <a:spcPts val="600"/>
              </a:spcAft>
            </a:pPr>
            <a:r>
              <a:rPr lang="en-US" dirty="0"/>
              <a:t>SELECT </a:t>
            </a:r>
            <a:r>
              <a:rPr lang="en-US" dirty="0" err="1"/>
              <a:t>customer_id,round</a:t>
            </a:r>
            <a:r>
              <a:rPr lang="en-US" dirty="0"/>
              <a:t>(avg(price),2) as </a:t>
            </a:r>
            <a:r>
              <a:rPr lang="en-US" dirty="0" err="1"/>
              <a:t>avg_order_value</a:t>
            </a:r>
            <a:r>
              <a:rPr lang="en-US" dirty="0"/>
              <a:t>,</a:t>
            </a:r>
          </a:p>
          <a:p>
            <a:pPr>
              <a:lnSpc>
                <a:spcPct val="90000"/>
              </a:lnSpc>
              <a:spcAft>
                <a:spcPts val="600"/>
              </a:spcAft>
            </a:pPr>
            <a:r>
              <a:rPr lang="en-US" dirty="0"/>
              <a:t>DENSE_RANK() over (order by round(avg(price),2) desc) as </a:t>
            </a:r>
            <a:r>
              <a:rPr lang="en-US" dirty="0" err="1"/>
              <a:t>customer_rank</a:t>
            </a:r>
            <a:endParaRPr lang="en-US" dirty="0"/>
          </a:p>
          <a:p>
            <a:pPr>
              <a:lnSpc>
                <a:spcPct val="90000"/>
              </a:lnSpc>
              <a:spcAft>
                <a:spcPts val="600"/>
              </a:spcAft>
            </a:pPr>
            <a:r>
              <a:rPr lang="en-US" dirty="0"/>
              <a:t>FROM </a:t>
            </a:r>
            <a:r>
              <a:rPr lang="en-US" dirty="0" err="1"/>
              <a:t>amazon_brazil.orders</a:t>
            </a:r>
            <a:r>
              <a:rPr lang="en-US" dirty="0"/>
              <a:t> as o</a:t>
            </a:r>
          </a:p>
          <a:p>
            <a:pPr>
              <a:lnSpc>
                <a:spcPct val="90000"/>
              </a:lnSpc>
              <a:spcAft>
                <a:spcPts val="600"/>
              </a:spcAft>
            </a:pPr>
            <a:r>
              <a:rPr lang="en-US" dirty="0"/>
              <a:t>JOIN </a:t>
            </a:r>
            <a:r>
              <a:rPr lang="en-US" dirty="0" err="1"/>
              <a:t>amazon_brazil.order_items</a:t>
            </a:r>
            <a:r>
              <a:rPr lang="en-US" dirty="0"/>
              <a:t> as I</a:t>
            </a:r>
          </a:p>
          <a:p>
            <a:pPr>
              <a:lnSpc>
                <a:spcPct val="90000"/>
              </a:lnSpc>
              <a:spcAft>
                <a:spcPts val="600"/>
              </a:spcAft>
            </a:pPr>
            <a:r>
              <a:rPr lang="en-US" dirty="0"/>
              <a:t>ON </a:t>
            </a:r>
            <a:r>
              <a:rPr lang="en-US" dirty="0" err="1"/>
              <a:t>o.order_id</a:t>
            </a:r>
            <a:r>
              <a:rPr lang="en-US" dirty="0"/>
              <a:t>=</a:t>
            </a:r>
            <a:r>
              <a:rPr lang="en-US" dirty="0" err="1"/>
              <a:t>i.order_id</a:t>
            </a:r>
            <a:endParaRPr lang="en-US" dirty="0"/>
          </a:p>
          <a:p>
            <a:pPr>
              <a:lnSpc>
                <a:spcPct val="90000"/>
              </a:lnSpc>
              <a:spcAft>
                <a:spcPts val="600"/>
              </a:spcAft>
            </a:pPr>
            <a:r>
              <a:rPr lang="en-US" dirty="0"/>
              <a:t>GROUP BY </a:t>
            </a:r>
            <a:r>
              <a:rPr lang="en-US" dirty="0" err="1"/>
              <a:t>customer_id</a:t>
            </a:r>
            <a:endParaRPr lang="en-US" dirty="0"/>
          </a:p>
          <a:p>
            <a:pPr>
              <a:lnSpc>
                <a:spcPct val="90000"/>
              </a:lnSpc>
              <a:spcAft>
                <a:spcPts val="600"/>
              </a:spcAft>
            </a:pPr>
            <a:r>
              <a:rPr lang="en-US" dirty="0"/>
              <a:t>ORDER BY </a:t>
            </a:r>
            <a:r>
              <a:rPr lang="en-US" dirty="0" err="1"/>
              <a:t>avg_order_value</a:t>
            </a:r>
            <a:r>
              <a:rPr lang="en-US" dirty="0"/>
              <a:t> desc limit 20	</a:t>
            </a:r>
          </a:p>
        </p:txBody>
      </p:sp>
      <p:pic>
        <p:nvPicPr>
          <p:cNvPr id="8" name="Picture 7">
            <a:extLst>
              <a:ext uri="{FF2B5EF4-FFF2-40B4-BE49-F238E27FC236}">
                <a16:creationId xmlns:a16="http://schemas.microsoft.com/office/drawing/2014/main" id="{B1E734BF-A415-210E-ADAD-DBA418DA9417}"/>
              </a:ext>
            </a:extLst>
          </p:cNvPr>
          <p:cNvPicPr>
            <a:picLocks noChangeAspect="1"/>
          </p:cNvPicPr>
          <p:nvPr/>
        </p:nvPicPr>
        <p:blipFill>
          <a:blip r:embed="rId2"/>
          <a:stretch>
            <a:fillRect/>
          </a:stretch>
        </p:blipFill>
        <p:spPr>
          <a:xfrm>
            <a:off x="469392" y="4126843"/>
            <a:ext cx="4420616" cy="2508699"/>
          </a:xfrm>
          <a:prstGeom prst="rect">
            <a:avLst/>
          </a:prstGeom>
        </p:spPr>
      </p:pic>
      <p:pic>
        <p:nvPicPr>
          <p:cNvPr id="6" name="Picture 5">
            <a:extLst>
              <a:ext uri="{FF2B5EF4-FFF2-40B4-BE49-F238E27FC236}">
                <a16:creationId xmlns:a16="http://schemas.microsoft.com/office/drawing/2014/main" id="{1EED5608-F46E-C0B2-E0D4-3AA8AB14F4E7}"/>
              </a:ext>
            </a:extLst>
          </p:cNvPr>
          <p:cNvPicPr>
            <a:picLocks noChangeAspect="1"/>
          </p:cNvPicPr>
          <p:nvPr/>
        </p:nvPicPr>
        <p:blipFill>
          <a:blip r:embed="rId3"/>
          <a:stretch>
            <a:fillRect/>
          </a:stretch>
        </p:blipFill>
        <p:spPr>
          <a:xfrm>
            <a:off x="5541262" y="4126843"/>
            <a:ext cx="4440177" cy="2508699"/>
          </a:xfrm>
          <a:prstGeom prst="rect">
            <a:avLst/>
          </a:prstGeom>
        </p:spPr>
      </p:pic>
    </p:spTree>
    <p:extLst>
      <p:ext uri="{BB962C8B-B14F-4D97-AF65-F5344CB8AC3E}">
        <p14:creationId xmlns:p14="http://schemas.microsoft.com/office/powerpoint/2010/main" val="773668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99D49-64DF-6E7A-4D80-E78295E35454}"/>
              </a:ext>
            </a:extLst>
          </p:cNvPr>
          <p:cNvSpPr>
            <a:spLocks noGrp="1"/>
          </p:cNvSpPr>
          <p:nvPr>
            <p:ph type="title"/>
          </p:nvPr>
        </p:nvSpPr>
        <p:spPr/>
        <p:txBody>
          <a:bodyPr>
            <a:normAutofit/>
          </a:bodyPr>
          <a:lstStyle/>
          <a:p>
            <a:r>
              <a:rPr lang="en-US" sz="1800" dirty="0"/>
              <a:t>6)Amazon wants to analyze sales growth trends for its key products over their lifecycle. Calculate monthly cumulative sales for each product from the date of its first sale. Use a recursive CTE to compute the cumulative sales (</a:t>
            </a:r>
            <a:r>
              <a:rPr lang="en-US" sz="1800" dirty="0" err="1"/>
              <a:t>total_sales</a:t>
            </a:r>
            <a:r>
              <a:rPr lang="en-US" sz="1800" dirty="0"/>
              <a:t>) for each product month by month.-- Output: </a:t>
            </a:r>
            <a:r>
              <a:rPr lang="en-US" sz="1800" dirty="0" err="1"/>
              <a:t>product_id</a:t>
            </a:r>
            <a:r>
              <a:rPr lang="en-US" sz="1800" dirty="0"/>
              <a:t>, </a:t>
            </a:r>
            <a:r>
              <a:rPr lang="en-US" sz="1800" dirty="0" err="1"/>
              <a:t>sale_month</a:t>
            </a:r>
            <a:r>
              <a:rPr lang="en-US" sz="1800" dirty="0"/>
              <a:t>, and </a:t>
            </a:r>
            <a:r>
              <a:rPr lang="en-US" sz="1800" dirty="0" err="1"/>
              <a:t>total_sales</a:t>
            </a:r>
            <a:endParaRPr lang="en-IN" sz="1800" dirty="0"/>
          </a:p>
        </p:txBody>
      </p:sp>
    </p:spTree>
    <p:extLst>
      <p:ext uri="{BB962C8B-B14F-4D97-AF65-F5344CB8AC3E}">
        <p14:creationId xmlns:p14="http://schemas.microsoft.com/office/powerpoint/2010/main" val="3329664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5355D-B463-B2AC-6778-2F5D0C2BD9FA}"/>
              </a:ext>
            </a:extLst>
          </p:cNvPr>
          <p:cNvSpPr>
            <a:spLocks noGrp="1"/>
          </p:cNvSpPr>
          <p:nvPr>
            <p:ph type="title"/>
          </p:nvPr>
        </p:nvSpPr>
        <p:spPr/>
        <p:txBody>
          <a:bodyPr>
            <a:normAutofit/>
          </a:bodyPr>
          <a:lstStyle/>
          <a:p>
            <a:r>
              <a:rPr lang="en-US" sz="1800" dirty="0"/>
              <a:t>7)To understand how different payment methods affect monthly sales growth, Amazon wants to compute the total sales for each payment method and calculate the month-over-month growth rate for the past year (year 2018). Write query to first calculate total monthly sales for each payment method, then compute the percentage change from the previous month.-- Output: </a:t>
            </a:r>
            <a:r>
              <a:rPr lang="en-US" sz="1800" dirty="0" err="1"/>
              <a:t>payment_type</a:t>
            </a:r>
            <a:r>
              <a:rPr lang="en-US" sz="1800" dirty="0"/>
              <a:t>, </a:t>
            </a:r>
            <a:r>
              <a:rPr lang="en-US" sz="1800" dirty="0" err="1"/>
              <a:t>sale_month</a:t>
            </a:r>
            <a:r>
              <a:rPr lang="en-US" sz="1800" dirty="0"/>
              <a:t>, </a:t>
            </a:r>
            <a:r>
              <a:rPr lang="en-US" sz="1800" dirty="0" err="1"/>
              <a:t>monthly_total</a:t>
            </a:r>
            <a:r>
              <a:rPr lang="en-US" sz="1800" dirty="0"/>
              <a:t>, </a:t>
            </a:r>
            <a:r>
              <a:rPr lang="en-US" sz="1800" dirty="0" err="1"/>
              <a:t>monthly_change</a:t>
            </a:r>
            <a:r>
              <a:rPr lang="en-US" sz="1800" dirty="0"/>
              <a:t>.</a:t>
            </a:r>
            <a:endParaRPr lang="en-IN" sz="1800" dirty="0"/>
          </a:p>
        </p:txBody>
      </p:sp>
    </p:spTree>
    <p:extLst>
      <p:ext uri="{BB962C8B-B14F-4D97-AF65-F5344CB8AC3E}">
        <p14:creationId xmlns:p14="http://schemas.microsoft.com/office/powerpoint/2010/main" val="2913406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2490</Words>
  <Application>Microsoft Office PowerPoint</Application>
  <PresentationFormat>Widescreen</PresentationFormat>
  <Paragraphs>140</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PowerPoint Presentation</vt:lpstr>
      <vt:lpstr>PowerPoint Presentation</vt:lpstr>
      <vt:lpstr>Analysis – I  1)To simplify its financial reports, Amazon India needs to standardize payment values. Round the average payment values to integer (no decimal) for each payment type and display the results sorted in ascending order. Output: payment_type, rounded_avg_payment</vt:lpstr>
      <vt:lpstr>2)To refine its payment strategy, Amazon India wants to know the distribution of orders by payment type. Calculate the percentage of total orders for each payment type, rounded to one decimal place, and display them in descending order Output: payment_type, percentage_orders</vt:lpstr>
      <vt:lpstr>3)Amazon India seeks to create targeted promotions for products within specific price ranges. Identify all products priced between 100 and 500 BRL that contain the word 'Smart' in their name. Display these products, sorted by price in descending order. Output: product_id, price</vt:lpstr>
      <vt:lpstr>4)To identify seasonal sales patterns, Amazon India needs to focus on the most successful months. Determine the top 3 months with the highest total sales value, rounded to the nearest integer.  Output: month, total_sales</vt:lpstr>
      <vt:lpstr>5)Amazon India is interested in product categories with significant price variations. Find categories where the difference between the maximum and minimum product prices is greater than 500 BRL. Output: product_category_name, price_difference</vt:lpstr>
      <vt:lpstr>6)To enhance the customer experience, Amazon India wants to find which payment types have the most consistent transaction amounts. Identify the payment types with the least variance in transaction amounts, sorting by the smallest standard deviation first. Output: payment_type, std_deviation</vt:lpstr>
      <vt:lpstr>7)Amazon India wants to identify products that may have incomplete name in order to fix it from their end. Retrieve the list of products where the product category name is missing or contains only a single character. Output: product_id, product_category_name</vt:lpstr>
      <vt:lpstr>Analysis – II    1)Amazon India wants to understand which payment types are most popular across different order value segments (e.g., low, medium, high). Segment order values into three ranges: orders less than 200 BRL, between 200 and 1000 BRL, and over 1000 BRL. Calculate the count of each payment type within these ranges and display the results in descending order of count. Output: order_value_segment, payment_type, count</vt:lpstr>
      <vt:lpstr>2)Amazon India wants to analyse the price range and average price for each product category. Calculate the minimum, maximum, and average price for each category, and list them in descending order by the average price. Output: product_category_name, min_price, max_price, avg_price</vt:lpstr>
      <vt:lpstr>3)Amazon India wants to identify the customers who have placed multiple orders over time. Find all customers with more than one order, and display their customer unique IDs along with the total number of orders they have placed. Output: customer_unique_id, total_orders</vt:lpstr>
      <vt:lpstr>4)Amazon India wants to categorize customers into different types ('New – order qty. = 1' ;  'Returning' –order qty. 2 to 4;  'Loyal' – order qty. &gt;4) based on their purchase history. Use a temporary table to define these categories and join it with the customers table to update and display the customer types. Output: customer_unique_id, customer_</vt:lpstr>
      <vt:lpstr> 5)Amazon India wants to know which product categories generate the most revenue. Use joins between the tables to calculate the total revenue for each product category. Display the top 5 categories. Output: product_category_name, total_revenue</vt:lpstr>
      <vt:lpstr>Analysis – III  1)The marketing team wants to compare the total sales between different seasons. Use a subquery to calculate total sales for each season (Spring, Summer, Autumn, Winter) based on order purchase dates, and display the results. Spring is in the months of March, April and May. Summer is from June to August and Autumn is between September and November and rest months are Winter. Output: season, total_sales</vt:lpstr>
      <vt:lpstr>2)The inventory team is interested in identifying products that have sales volumes above the overall average. Write a query that uses a subquery to filter products with a total quantity sold above the average quantity. Output: product_id, total_quantity_sold</vt:lpstr>
      <vt:lpstr>3)To understand seasonal sales patterns, the finance team is analysing the monthly revenue trends over the past year (year 2018). Run a query to calculate total revenue generated each month and identify periods of peak and low sales. Export the data to Excel and create a graph to visually represent revenue changes across the months. -- Output: month, total_revenue</vt:lpstr>
      <vt:lpstr>4)A loyalty program is being designed  for Amazon India. Create a segmentation based on purchase frequency: ‘Occasional’ for customers with 1-2 orders, ‘Regular’ for 3-5 orders, and ‘Loyal’ for more than 5 orders. Use a CTE to classify customers and their count and generate a chart in Excel to show the proportion of each segment.-- Output: customer_type, count</vt:lpstr>
      <vt:lpstr>5)Amazon wants to identify high-value customers to target for an exclusive rewards program. You are required to rank customers based on their average order value (avg_order_value) to find the top 20 customers.-- Output: customer_id, avg_order_value, and customer_rank</vt:lpstr>
      <vt:lpstr>6)Amazon wants to analyze sales growth trends for its key products over their lifecycle. Calculate monthly cumulative sales for each product from the date of its first sale. Use a recursive CTE to compute the cumulative sales (total_sales) for each product month by month.-- Output: product_id, sale_month, and total_sales</vt:lpstr>
      <vt:lpstr>7)To understand how different payment methods affect monthly sales growth, Amazon wants to compute the total sales for each payment method and calculate the month-over-month growth rate for the past year (year 2018). Write query to first calculate total monthly sales for each payment method, then compute the percentage change from the previous month.-- Output: payment_type, sale_month, monthly_total, monthly_change.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Pratik Garud</dc:creator>
  <cp:lastModifiedBy>Pratik Garud</cp:lastModifiedBy>
  <cp:revision>1</cp:revision>
  <dcterms:created xsi:type="dcterms:W3CDTF">2025-10-02T09:47:36Z</dcterms:created>
  <dcterms:modified xsi:type="dcterms:W3CDTF">2025-10-02T18:00:43Z</dcterms:modified>
</cp:coreProperties>
</file>